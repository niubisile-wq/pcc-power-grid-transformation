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19B29-3D79-45D1-938B-8D1980E87F7F}" v="3" dt="2026-08-08T22:59:40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5" autoAdjust="0"/>
    <p:restoredTop sz="94660"/>
  </p:normalViewPr>
  <p:slideViewPr>
    <p:cSldViewPr snapToGrid="0">
      <p:cViewPr>
        <p:scale>
          <a:sx n="50" d="100"/>
          <a:sy n="50" d="100"/>
        </p:scale>
        <p:origin x="16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xuan Liu" userId="6bf6640381f9fde0" providerId="LiveId" clId="{C1CD51A1-A885-41A2-B5FC-5FD884E5F3C0}"/>
    <pc:docChg chg="undo custSel modSld">
      <pc:chgData name="zixuan Liu" userId="6bf6640381f9fde0" providerId="LiveId" clId="{C1CD51A1-A885-41A2-B5FC-5FD884E5F3C0}" dt="2026-08-08T23:02:58.445" v="81" actId="1076"/>
      <pc:docMkLst>
        <pc:docMk/>
      </pc:docMkLst>
      <pc:sldChg chg="addSp delSp modSp mod">
        <pc:chgData name="zixuan Liu" userId="6bf6640381f9fde0" providerId="LiveId" clId="{C1CD51A1-A885-41A2-B5FC-5FD884E5F3C0}" dt="2026-08-08T23:02:58.445" v="81" actId="1076"/>
        <pc:sldMkLst>
          <pc:docMk/>
          <pc:sldMk cId="71808210" sldId="256"/>
        </pc:sldMkLst>
        <pc:spChg chg="mod">
          <ac:chgData name="zixuan Liu" userId="6bf6640381f9fde0" providerId="LiveId" clId="{C1CD51A1-A885-41A2-B5FC-5FD884E5F3C0}" dt="2026-08-08T23:00:16.848" v="76" actId="207"/>
          <ac:spMkLst>
            <pc:docMk/>
            <pc:sldMk cId="71808210" sldId="256"/>
            <ac:spMk id="5" creationId="{E07C5E47-C283-5DE0-F601-D57DB829D5B3}"/>
          </ac:spMkLst>
        </pc:spChg>
        <pc:spChg chg="mod">
          <ac:chgData name="zixuan Liu" userId="6bf6640381f9fde0" providerId="LiveId" clId="{C1CD51A1-A885-41A2-B5FC-5FD884E5F3C0}" dt="2026-08-08T23:00:16.848" v="76" actId="207"/>
          <ac:spMkLst>
            <pc:docMk/>
            <pc:sldMk cId="71808210" sldId="256"/>
            <ac:spMk id="7" creationId="{37930B6B-FF82-457F-5831-86BC8CA229AE}"/>
          </ac:spMkLst>
        </pc:spChg>
        <pc:spChg chg="mod">
          <ac:chgData name="zixuan Liu" userId="6bf6640381f9fde0" providerId="LiveId" clId="{C1CD51A1-A885-41A2-B5FC-5FD884E5F3C0}" dt="2026-08-08T23:01:55.451" v="80" actId="207"/>
          <ac:spMkLst>
            <pc:docMk/>
            <pc:sldMk cId="71808210" sldId="256"/>
            <ac:spMk id="9" creationId="{3FEA103B-D226-08E0-1296-B781627CC74B}"/>
          </ac:spMkLst>
        </pc:spChg>
        <pc:spChg chg="mod">
          <ac:chgData name="zixuan Liu" userId="6bf6640381f9fde0" providerId="LiveId" clId="{C1CD51A1-A885-41A2-B5FC-5FD884E5F3C0}" dt="2026-08-08T23:00:16.848" v="76" actId="207"/>
          <ac:spMkLst>
            <pc:docMk/>
            <pc:sldMk cId="71808210" sldId="256"/>
            <ac:spMk id="11" creationId="{AC28C870-599F-34AA-C368-4E8E00F4BD13}"/>
          </ac:spMkLst>
        </pc:spChg>
        <pc:spChg chg="mod">
          <ac:chgData name="zixuan Liu" userId="6bf6640381f9fde0" providerId="LiveId" clId="{C1CD51A1-A885-41A2-B5FC-5FD884E5F3C0}" dt="2026-08-08T23:00:16.848" v="76" actId="207"/>
          <ac:spMkLst>
            <pc:docMk/>
            <pc:sldMk cId="71808210" sldId="256"/>
            <ac:spMk id="13" creationId="{FF815E64-0A73-8366-9804-EF6395F3FE0D}"/>
          </ac:spMkLst>
        </pc:spChg>
        <pc:spChg chg="mod">
          <ac:chgData name="zixuan Liu" userId="6bf6640381f9fde0" providerId="LiveId" clId="{C1CD51A1-A885-41A2-B5FC-5FD884E5F3C0}" dt="2026-08-08T23:00:16.848" v="76" actId="207"/>
          <ac:spMkLst>
            <pc:docMk/>
            <pc:sldMk cId="71808210" sldId="256"/>
            <ac:spMk id="15" creationId="{F6EA8A87-4D14-3A3E-0C3B-2652F1AD52D0}"/>
          </ac:spMkLst>
        </pc:spChg>
        <pc:spChg chg="mod">
          <ac:chgData name="zixuan Liu" userId="6bf6640381f9fde0" providerId="LiveId" clId="{C1CD51A1-A885-41A2-B5FC-5FD884E5F3C0}" dt="2026-08-08T22:53:53.855" v="25" actId="14100"/>
          <ac:spMkLst>
            <pc:docMk/>
            <pc:sldMk cId="71808210" sldId="256"/>
            <ac:spMk id="17" creationId="{B1EE3652-C727-A33D-D36E-C0445782EED0}"/>
          </ac:spMkLst>
        </pc:spChg>
        <pc:spChg chg="mod">
          <ac:chgData name="zixuan Liu" userId="6bf6640381f9fde0" providerId="LiveId" clId="{C1CD51A1-A885-41A2-B5FC-5FD884E5F3C0}" dt="2026-08-08T23:02:58.445" v="81" actId="1076"/>
          <ac:spMkLst>
            <pc:docMk/>
            <pc:sldMk cId="71808210" sldId="256"/>
            <ac:spMk id="31" creationId="{3958B1EF-2C49-8BE0-546F-109A53BDFCB7}"/>
          </ac:spMkLst>
        </pc:spChg>
        <pc:spChg chg="add del">
          <ac:chgData name="zixuan Liu" userId="6bf6640381f9fde0" providerId="LiveId" clId="{C1CD51A1-A885-41A2-B5FC-5FD884E5F3C0}" dt="2026-08-08T22:53:08.892" v="18" actId="34122"/>
          <ac:spMkLst>
            <pc:docMk/>
            <pc:sldMk cId="71808210" sldId="256"/>
            <ac:spMk id="32" creationId="{9D00DC69-CAA3-47DA-AD8A-9422BE047FF9}"/>
          </ac:spMkLst>
        </pc:spChg>
        <pc:spChg chg="mod">
          <ac:chgData name="zixuan Liu" userId="6bf6640381f9fde0" providerId="LiveId" clId="{C1CD51A1-A885-41A2-B5FC-5FD884E5F3C0}" dt="2026-08-08T22:59:18.621" v="72" actId="14100"/>
          <ac:spMkLst>
            <pc:docMk/>
            <pc:sldMk cId="71808210" sldId="256"/>
            <ac:spMk id="57" creationId="{42373A87-326B-713E-F685-7CCB289959A3}"/>
          </ac:spMkLst>
        </pc:spChg>
        <pc:spChg chg="mod">
          <ac:chgData name="zixuan Liu" userId="6bf6640381f9fde0" providerId="LiveId" clId="{C1CD51A1-A885-41A2-B5FC-5FD884E5F3C0}" dt="2026-08-08T22:59:24.415" v="73" actId="14100"/>
          <ac:spMkLst>
            <pc:docMk/>
            <pc:sldMk cId="71808210" sldId="256"/>
            <ac:spMk id="59" creationId="{B11F61EE-7868-8ABD-1564-62C1DAF0563B}"/>
          </ac:spMkLst>
        </pc:spChg>
        <pc:spChg chg="mod">
          <ac:chgData name="zixuan Liu" userId="6bf6640381f9fde0" providerId="LiveId" clId="{C1CD51A1-A885-41A2-B5FC-5FD884E5F3C0}" dt="2026-08-08T22:59:40.066" v="75"/>
          <ac:spMkLst>
            <pc:docMk/>
            <pc:sldMk cId="71808210" sldId="256"/>
            <ac:spMk id="63" creationId="{BCABCAB0-C5AF-FB62-9A91-421381447C23}"/>
          </ac:spMkLst>
        </pc:spChg>
        <pc:spChg chg="mod">
          <ac:chgData name="zixuan Liu" userId="6bf6640381f9fde0" providerId="LiveId" clId="{C1CD51A1-A885-41A2-B5FC-5FD884E5F3C0}" dt="2026-08-08T22:56:11.246" v="48" actId="1076"/>
          <ac:spMkLst>
            <pc:docMk/>
            <pc:sldMk cId="71808210" sldId="256"/>
            <ac:spMk id="67" creationId="{BDDBC04A-EDCF-51E9-CDA7-2A145E638AD1}"/>
          </ac:spMkLst>
        </pc:spChg>
        <pc:spChg chg="mod">
          <ac:chgData name="zixuan Liu" userId="6bf6640381f9fde0" providerId="LiveId" clId="{C1CD51A1-A885-41A2-B5FC-5FD884E5F3C0}" dt="2026-08-08T22:59:03.229" v="71" actId="1076"/>
          <ac:spMkLst>
            <pc:docMk/>
            <pc:sldMk cId="71808210" sldId="256"/>
            <ac:spMk id="92" creationId="{7FA73EF2-F5B9-7BA6-0E46-56E2BBCAF1EF}"/>
          </ac:spMkLst>
        </pc:spChg>
        <pc:spChg chg="mod">
          <ac:chgData name="zixuan Liu" userId="6bf6640381f9fde0" providerId="LiveId" clId="{C1CD51A1-A885-41A2-B5FC-5FD884E5F3C0}" dt="2026-08-08T22:54:01.375" v="26" actId="14100"/>
          <ac:spMkLst>
            <pc:docMk/>
            <pc:sldMk cId="71808210" sldId="256"/>
            <ac:spMk id="94" creationId="{F11979E8-7377-9EB6-7297-2DB08CC9CC20}"/>
          </ac:spMkLst>
        </pc:spChg>
        <pc:spChg chg="mod">
          <ac:chgData name="zixuan Liu" userId="6bf6640381f9fde0" providerId="LiveId" clId="{C1CD51A1-A885-41A2-B5FC-5FD884E5F3C0}" dt="2026-08-08T22:54:37.601" v="35" actId="1076"/>
          <ac:spMkLst>
            <pc:docMk/>
            <pc:sldMk cId="71808210" sldId="256"/>
            <ac:spMk id="98" creationId="{BA346B75-D38E-411E-4ED8-70056F88F169}"/>
          </ac:spMkLst>
        </pc:spChg>
        <pc:spChg chg="mod">
          <ac:chgData name="zixuan Liu" userId="6bf6640381f9fde0" providerId="LiveId" clId="{C1CD51A1-A885-41A2-B5FC-5FD884E5F3C0}" dt="2026-08-08T22:54:06.358" v="27" actId="1076"/>
          <ac:spMkLst>
            <pc:docMk/>
            <pc:sldMk cId="71808210" sldId="256"/>
            <ac:spMk id="100" creationId="{C50335B7-3A00-7609-E38A-3FB103C6494B}"/>
          </ac:spMkLst>
        </pc:spChg>
        <pc:spChg chg="add del mod">
          <ac:chgData name="zixuan Liu" userId="6bf6640381f9fde0" providerId="LiveId" clId="{C1CD51A1-A885-41A2-B5FC-5FD884E5F3C0}" dt="2026-08-08T22:54:13.119" v="29" actId="478"/>
          <ac:spMkLst>
            <pc:docMk/>
            <pc:sldMk cId="71808210" sldId="256"/>
            <ac:spMk id="102" creationId="{EE71B52F-F448-5281-0A47-67EB737FA1CC}"/>
          </ac:spMkLst>
        </pc:spChg>
        <pc:spChg chg="add del mod">
          <ac:chgData name="zixuan Liu" userId="6bf6640381f9fde0" providerId="LiveId" clId="{C1CD51A1-A885-41A2-B5FC-5FD884E5F3C0}" dt="2026-08-08T22:54:23.641" v="32" actId="478"/>
          <ac:spMkLst>
            <pc:docMk/>
            <pc:sldMk cId="71808210" sldId="256"/>
            <ac:spMk id="106" creationId="{E3596DCF-C102-5933-A956-ACD2702E2FCC}"/>
          </ac:spMkLst>
        </pc:spChg>
        <pc:spChg chg="add del mod">
          <ac:chgData name="zixuan Liu" userId="6bf6640381f9fde0" providerId="LiveId" clId="{C1CD51A1-A885-41A2-B5FC-5FD884E5F3C0}" dt="2026-08-08T22:55:17.738" v="40" actId="478"/>
          <ac:spMkLst>
            <pc:docMk/>
            <pc:sldMk cId="71808210" sldId="256"/>
            <ac:spMk id="107" creationId="{3702F26B-3917-E595-76EF-B45C18DD1FF0}"/>
          </ac:spMkLst>
        </pc:spChg>
        <pc:spChg chg="add del">
          <ac:chgData name="zixuan Liu" userId="6bf6640381f9fde0" providerId="LiveId" clId="{C1CD51A1-A885-41A2-B5FC-5FD884E5F3C0}" dt="2026-08-08T22:55:30.926" v="42" actId="11529"/>
          <ac:spMkLst>
            <pc:docMk/>
            <pc:sldMk cId="71808210" sldId="256"/>
            <ac:spMk id="108" creationId="{DC8DFC4A-53FC-2440-0B18-5F5BB9448637}"/>
          </ac:spMkLst>
        </pc:spChg>
        <pc:spChg chg="add mod">
          <ac:chgData name="zixuan Liu" userId="6bf6640381f9fde0" providerId="LiveId" clId="{C1CD51A1-A885-41A2-B5FC-5FD884E5F3C0}" dt="2026-08-08T22:57:17.419" v="58" actId="1582"/>
          <ac:spMkLst>
            <pc:docMk/>
            <pc:sldMk cId="71808210" sldId="256"/>
            <ac:spMk id="111" creationId="{3AE78F05-87C8-B685-E178-5C9532414F07}"/>
          </ac:spMkLst>
        </pc:spChg>
        <pc:spChg chg="add mod">
          <ac:chgData name="zixuan Liu" userId="6bf6640381f9fde0" providerId="LiveId" clId="{C1CD51A1-A885-41A2-B5FC-5FD884E5F3C0}" dt="2026-08-08T23:01:33.171" v="79" actId="207"/>
          <ac:spMkLst>
            <pc:docMk/>
            <pc:sldMk cId="71808210" sldId="256"/>
            <ac:spMk id="112" creationId="{DAF4D02D-99AE-5CAA-8985-59ECE0E28352}"/>
          </ac:spMkLst>
        </pc:spChg>
        <pc:grpChg chg="mod">
          <ac:chgData name="zixuan Liu" userId="6bf6640381f9fde0" providerId="LiveId" clId="{C1CD51A1-A885-41A2-B5FC-5FD884E5F3C0}" dt="2026-08-08T22:53:50.895" v="24" actId="1076"/>
          <ac:grpSpMkLst>
            <pc:docMk/>
            <pc:sldMk cId="71808210" sldId="256"/>
            <ac:grpSpMk id="55" creationId="{FB77A2FD-309A-A587-FE73-D24B4B337086}"/>
          </ac:grpSpMkLst>
        </pc:grpChg>
        <pc:grpChg chg="mod">
          <ac:chgData name="zixuan Liu" userId="6bf6640381f9fde0" providerId="LiveId" clId="{C1CD51A1-A885-41A2-B5FC-5FD884E5F3C0}" dt="2026-08-08T22:58:55.650" v="69" actId="1076"/>
          <ac:grpSpMkLst>
            <pc:docMk/>
            <pc:sldMk cId="71808210" sldId="256"/>
            <ac:grpSpMk id="95" creationId="{A96CAC5C-3164-38DA-7C44-282ED11A875B}"/>
          </ac:grpSpMkLst>
        </pc:grpChg>
        <pc:grpChg chg="mod">
          <ac:chgData name="zixuan Liu" userId="6bf6640381f9fde0" providerId="LiveId" clId="{C1CD51A1-A885-41A2-B5FC-5FD884E5F3C0}" dt="2026-08-08T22:56:07.337" v="46" actId="1076"/>
          <ac:grpSpMkLst>
            <pc:docMk/>
            <pc:sldMk cId="71808210" sldId="256"/>
            <ac:grpSpMk id="96" creationId="{8186F6E9-2D8C-590B-F135-DE17FA928907}"/>
          </ac:grpSpMkLst>
        </pc:grpChg>
        <pc:grpChg chg="add del mod">
          <ac:chgData name="zixuan Liu" userId="6bf6640381f9fde0" providerId="LiveId" clId="{C1CD51A1-A885-41A2-B5FC-5FD884E5F3C0}" dt="2026-08-08T22:53:09.562" v="20"/>
          <ac:grpSpMkLst>
            <pc:docMk/>
            <pc:sldMk cId="71808210" sldId="256"/>
            <ac:grpSpMk id="105" creationId="{CAED6224-688C-6A9C-1440-BF4539BBB0B9}"/>
          </ac:grpSpMkLst>
        </pc:grpChg>
        <pc:inkChg chg="add del mod topLvl">
          <ac:chgData name="zixuan Liu" userId="6bf6640381f9fde0" providerId="LiveId" clId="{C1CD51A1-A885-41A2-B5FC-5FD884E5F3C0}" dt="2026-08-08T22:53:10.256" v="21" actId="9405"/>
          <ac:inkMkLst>
            <pc:docMk/>
            <pc:sldMk cId="71808210" sldId="256"/>
            <ac:inkMk id="103" creationId="{08046A05-8982-65B5-FA08-34CEC6FAEBCB}"/>
          </ac:inkMkLst>
        </pc:inkChg>
        <pc:inkChg chg="add del mod topLvl">
          <ac:chgData name="zixuan Liu" userId="6bf6640381f9fde0" providerId="LiveId" clId="{C1CD51A1-A885-41A2-B5FC-5FD884E5F3C0}" dt="2026-08-08T22:53:09.562" v="20"/>
          <ac:inkMkLst>
            <pc:docMk/>
            <pc:sldMk cId="71808210" sldId="256"/>
            <ac:inkMk id="104" creationId="{3CB456AA-B137-052C-E17C-408CEA896E74}"/>
          </ac:inkMkLst>
        </pc:inkChg>
        <pc:cxnChg chg="add del">
          <ac:chgData name="zixuan Liu" userId="6bf6640381f9fde0" providerId="LiveId" clId="{C1CD51A1-A885-41A2-B5FC-5FD884E5F3C0}" dt="2026-08-08T22:55:58.023" v="44" actId="11529"/>
          <ac:cxnSpMkLst>
            <pc:docMk/>
            <pc:sldMk cId="71808210" sldId="256"/>
            <ac:cxnSpMk id="110" creationId="{12C77B5B-1606-EDAA-1474-18438EE3FD1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49978-049E-4A0B-B3FD-BAE93A38D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1AB07D-8639-CFAD-25EA-4DEEBF628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933AC-01DD-5944-317E-A1701A67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4DBBE8-98B0-A720-314F-B611E333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2F7B4F-4154-2FB0-9F70-1DA9AE22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72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DC1B2-7E22-0189-F7E1-4053D571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364E67-DE71-CF30-F1CC-CFF4ED849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0D3C2D-91FB-AAA6-F060-016550F8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A539F-D0CD-565E-0FA3-F836C0B9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61B9D2-91D7-6841-E407-EAE9A983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48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7E598-79FC-84E8-A8BF-8E8B0D10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CB5F2-216D-440D-1009-BBFC9DBC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F2084B-AA7A-F0F4-D8A3-CCFB8A266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AF7394-F6B1-96FB-459D-8B7FD1C0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70F543-BE36-2FA7-94AC-7916A59C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97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76841-BF9F-D29C-318A-6122B165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2A6FC0-057F-939C-A75A-1E51DE13A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054B10-03D9-0164-B6DA-8269F3881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0980C5-EAF0-30B3-D00C-DEDB7015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42AF88-D2FF-AB1D-BAC1-CF989A43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BECAF3-042A-C6ED-CB4B-76966E21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141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2D890-9072-CC62-6E0F-79A824AE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8B3ED1-2D0E-43F5-FF24-5CD5696B4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3E5F47-6D5C-8A86-9871-413F857BB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57B0F2-79CB-6228-A262-2F2871427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E7246F-2F20-787F-08BA-39F1B7F1E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5BC75F-06BC-3323-594E-67EE6EFC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7FBE33-F682-E294-9C7F-EE65E55C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FD3610-D2DE-716E-446E-11A0EE5A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77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829CB-146B-0B59-1A59-9BACD3AB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FB441D-B98F-2E6E-5E74-562F460F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E7EC14-54D8-E071-E93D-04D32E5F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0CA93A-F848-30DD-E1B8-8A0E62ED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0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582D4C-D6DA-5061-6FBC-95F360CF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3F2169-D842-B994-7A38-B6E5A63F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45E2E9-C98B-9182-5AC3-8AB5042F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28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0FE8E-8A2D-984C-DD01-4F3C22E9B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AEC60E-CC0B-5AF9-AC86-95FA560C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2ED726-3CD0-14C1-7BBE-07BD1825C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3D08C-0F0D-A50F-4C4E-DC44A468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836FC2-513B-42B5-9D61-9829B196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5BF805-1E0D-18BA-82D3-FEEF8196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0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A2732-D317-2698-1161-5194BFBBE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5C0D43-1CB4-51B4-F53F-00DA7CBCD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A20792-73D0-18A2-D8CE-783C532C3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E41ABD-662B-945D-810D-ECBDF50F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D4D658-5C45-32E3-3F6A-FA6B45D0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FB02F2-9A1D-3DA9-E5D8-63CA4BC7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74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254FE-005D-39D4-BF3E-310619E2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D19D75-EDF9-5BED-CDBE-FAF36FDA7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5D73CC-99AA-9C15-B042-DD8863C0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DC4BA-65D4-4C3F-6ADF-B7CD909F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608727-9676-4C25-EEA5-EF26EA4B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2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931140-F54F-0B8D-4301-BDF5C4253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6C1C65-1B79-AC96-E239-F524D4696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AA375A-8C0E-5ECD-28A5-F7CF4368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04CD6-34F2-C27A-BE4E-A1CE9810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32A8F-BD26-FDDF-B893-403438E5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20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D9FF74-B5BA-1EC2-46CB-960ADF0CF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92AA83-7487-2B11-DB25-BE5DEB161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98BEC-C57F-7466-5F68-74EBD7B57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A380E-F53A-451E-AEFE-BA927A1542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310AAE-4BC2-0FB5-A6EE-E59351DEA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B4C59-30F2-BD07-0113-2740BC2FF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DDB7C-753F-4163-8EAF-16C49380E7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79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 93">
            <a:extLst>
              <a:ext uri="{FF2B5EF4-FFF2-40B4-BE49-F238E27FC236}">
                <a16:creationId xmlns:a16="http://schemas.microsoft.com/office/drawing/2014/main" id="{F11979E8-7377-9EB6-7297-2DB08CC9CC20}"/>
              </a:ext>
            </a:extLst>
          </p:cNvPr>
          <p:cNvSpPr/>
          <p:nvPr/>
        </p:nvSpPr>
        <p:spPr>
          <a:xfrm>
            <a:off x="171438" y="3452389"/>
            <a:ext cx="3034106" cy="3321387"/>
          </a:xfrm>
          <a:prstGeom prst="rect">
            <a:avLst/>
          </a:prstGeom>
          <a:solidFill>
            <a:schemeClr val="bg2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FA73EF2-F5B9-7BA6-0E46-56E2BBCAF1EF}"/>
              </a:ext>
            </a:extLst>
          </p:cNvPr>
          <p:cNvSpPr/>
          <p:nvPr/>
        </p:nvSpPr>
        <p:spPr>
          <a:xfrm>
            <a:off x="3304688" y="3496479"/>
            <a:ext cx="8530598" cy="3321391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EE3652-C727-A33D-D36E-C0445782EED0}"/>
              </a:ext>
            </a:extLst>
          </p:cNvPr>
          <p:cNvSpPr/>
          <p:nvPr/>
        </p:nvSpPr>
        <p:spPr>
          <a:xfrm>
            <a:off x="180206" y="240981"/>
            <a:ext cx="11655080" cy="3043674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8186F6E9-2D8C-590B-F135-DE17FA928907}"/>
              </a:ext>
            </a:extLst>
          </p:cNvPr>
          <p:cNvGrpSpPr/>
          <p:nvPr/>
        </p:nvGrpSpPr>
        <p:grpSpPr>
          <a:xfrm>
            <a:off x="490907" y="4087658"/>
            <a:ext cx="2266578" cy="2530193"/>
            <a:chOff x="180206" y="3875692"/>
            <a:chExt cx="2166465" cy="2750376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8863BB0-86EB-5C5D-9A32-286BD0B1B30A}"/>
                </a:ext>
              </a:extLst>
            </p:cNvPr>
            <p:cNvSpPr/>
            <p:nvPr/>
          </p:nvSpPr>
          <p:spPr>
            <a:xfrm>
              <a:off x="187490" y="3875692"/>
              <a:ext cx="2159181" cy="58749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O1 Structural correspondence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9A514FAD-419B-9933-459B-0B6E78A4C221}"/>
                </a:ext>
              </a:extLst>
            </p:cNvPr>
            <p:cNvSpPr/>
            <p:nvPr/>
          </p:nvSpPr>
          <p:spPr>
            <a:xfrm>
              <a:off x="180207" y="4600864"/>
              <a:ext cx="2166464" cy="57591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O2 Identity protection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E91B998-A7B4-0D01-3D2A-D326E09C9CA0}"/>
                </a:ext>
              </a:extLst>
            </p:cNvPr>
            <p:cNvSpPr/>
            <p:nvPr/>
          </p:nvSpPr>
          <p:spPr>
            <a:xfrm>
              <a:off x="180206" y="5287605"/>
              <a:ext cx="2159181" cy="57591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O3 Physical consistency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F3E3C9E9-0DDB-2076-1B2E-D04A7A967376}"/>
                </a:ext>
              </a:extLst>
            </p:cNvPr>
            <p:cNvSpPr/>
            <p:nvPr/>
          </p:nvSpPr>
          <p:spPr>
            <a:xfrm>
              <a:off x="180206" y="5984637"/>
              <a:ext cx="2159181" cy="64143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O4 Task-result consistency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B77A2FD-309A-A587-FE73-D24B4B337086}"/>
              </a:ext>
            </a:extLst>
          </p:cNvPr>
          <p:cNvGrpSpPr/>
          <p:nvPr/>
        </p:nvGrpSpPr>
        <p:grpSpPr>
          <a:xfrm>
            <a:off x="356714" y="812605"/>
            <a:ext cx="11478574" cy="2511900"/>
            <a:chOff x="356713" y="844570"/>
            <a:chExt cx="11478574" cy="2511900"/>
          </a:xfrm>
        </p:grpSpPr>
        <p:sp>
          <p:nvSpPr>
            <p:cNvPr id="5" name="立方体 4">
              <a:extLst>
                <a:ext uri="{FF2B5EF4-FFF2-40B4-BE49-F238E27FC236}">
                  <a16:creationId xmlns:a16="http://schemas.microsoft.com/office/drawing/2014/main" id="{E07C5E47-C283-5DE0-F601-D57DB829D5B3}"/>
                </a:ext>
              </a:extLst>
            </p:cNvPr>
            <p:cNvSpPr/>
            <p:nvPr/>
          </p:nvSpPr>
          <p:spPr>
            <a:xfrm>
              <a:off x="713620" y="910247"/>
              <a:ext cx="683185" cy="1282031"/>
            </a:xfrm>
            <a:prstGeom prst="cube">
              <a:avLst>
                <a:gd name="adj" fmla="val 55772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37930B6B-FF82-457F-5831-86BC8CA229AE}"/>
                </a:ext>
              </a:extLst>
            </p:cNvPr>
            <p:cNvSpPr/>
            <p:nvPr/>
          </p:nvSpPr>
          <p:spPr>
            <a:xfrm>
              <a:off x="2515893" y="910244"/>
              <a:ext cx="683185" cy="1282031"/>
            </a:xfrm>
            <a:prstGeom prst="cube">
              <a:avLst>
                <a:gd name="adj" fmla="val 55772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立方体 8">
              <a:extLst>
                <a:ext uri="{FF2B5EF4-FFF2-40B4-BE49-F238E27FC236}">
                  <a16:creationId xmlns:a16="http://schemas.microsoft.com/office/drawing/2014/main" id="{3FEA103B-D226-08E0-1296-B781627CC74B}"/>
                </a:ext>
              </a:extLst>
            </p:cNvPr>
            <p:cNvSpPr/>
            <p:nvPr/>
          </p:nvSpPr>
          <p:spPr>
            <a:xfrm>
              <a:off x="4324140" y="910244"/>
              <a:ext cx="683185" cy="1282031"/>
            </a:xfrm>
            <a:prstGeom prst="cube">
              <a:avLst>
                <a:gd name="adj" fmla="val 55772"/>
              </a:avLst>
            </a:prstGeom>
            <a:solidFill>
              <a:schemeClr val="bg1">
                <a:lumMod val="85000"/>
              </a:schemeClr>
            </a:solidFill>
            <a:ln>
              <a:prstDash val="sysDash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立方体 10">
              <a:extLst>
                <a:ext uri="{FF2B5EF4-FFF2-40B4-BE49-F238E27FC236}">
                  <a16:creationId xmlns:a16="http://schemas.microsoft.com/office/drawing/2014/main" id="{AC28C870-599F-34AA-C368-4E8E00F4BD13}"/>
                </a:ext>
              </a:extLst>
            </p:cNvPr>
            <p:cNvSpPr/>
            <p:nvPr/>
          </p:nvSpPr>
          <p:spPr>
            <a:xfrm>
              <a:off x="6132387" y="910243"/>
              <a:ext cx="683185" cy="1282031"/>
            </a:xfrm>
            <a:prstGeom prst="cube">
              <a:avLst>
                <a:gd name="adj" fmla="val 55772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FF815E64-0A73-8366-9804-EF6395F3FE0D}"/>
                </a:ext>
              </a:extLst>
            </p:cNvPr>
            <p:cNvSpPr/>
            <p:nvPr/>
          </p:nvSpPr>
          <p:spPr>
            <a:xfrm>
              <a:off x="8169995" y="910242"/>
              <a:ext cx="683185" cy="1282031"/>
            </a:xfrm>
            <a:prstGeom prst="cube">
              <a:avLst>
                <a:gd name="adj" fmla="val 55772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立方体 14">
              <a:extLst>
                <a:ext uri="{FF2B5EF4-FFF2-40B4-BE49-F238E27FC236}">
                  <a16:creationId xmlns:a16="http://schemas.microsoft.com/office/drawing/2014/main" id="{F6EA8A87-4D14-3A3E-0C3B-2652F1AD52D0}"/>
                </a:ext>
              </a:extLst>
            </p:cNvPr>
            <p:cNvSpPr/>
            <p:nvPr/>
          </p:nvSpPr>
          <p:spPr>
            <a:xfrm>
              <a:off x="10249294" y="844570"/>
              <a:ext cx="683185" cy="1282031"/>
            </a:xfrm>
            <a:prstGeom prst="cube">
              <a:avLst>
                <a:gd name="adj" fmla="val 55772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5D969C8-A0F8-DE33-B38A-7678DDF5FC09}"/>
                </a:ext>
              </a:extLst>
            </p:cNvPr>
            <p:cNvSpPr txBox="1"/>
            <p:nvPr/>
          </p:nvSpPr>
          <p:spPr>
            <a:xfrm>
              <a:off x="356713" y="2289855"/>
              <a:ext cx="16202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+mn-ea"/>
                </a:rPr>
                <a:t>Source grid case</a:t>
              </a:r>
              <a:endParaRPr lang="zh-CN" altLang="en-US" sz="2000" b="1" dirty="0">
                <a:latin typeface="+mn-ea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4F20D83-3007-DC64-6527-72C74ABDD591}"/>
                </a:ext>
              </a:extLst>
            </p:cNvPr>
            <p:cNvSpPr txBox="1"/>
            <p:nvPr/>
          </p:nvSpPr>
          <p:spPr>
            <a:xfrm>
              <a:off x="1954595" y="2289855"/>
              <a:ext cx="219020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+mn-ea"/>
                </a:rPr>
                <a:t>canonicalizing converter</a:t>
              </a:r>
              <a:endParaRPr lang="zh-CN" altLang="en-US" sz="2000" b="1" dirty="0">
                <a:latin typeface="+mn-ea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3440EB7-3913-3DC8-A980-52983BB4AA42}"/>
                </a:ext>
              </a:extLst>
            </p:cNvPr>
            <p:cNvSpPr txBox="1"/>
            <p:nvPr/>
          </p:nvSpPr>
          <p:spPr>
            <a:xfrm>
              <a:off x="4013485" y="2300418"/>
              <a:ext cx="219020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+mn-ea"/>
                </a:rPr>
                <a:t>semantic boundary</a:t>
              </a:r>
              <a:endParaRPr lang="zh-CN" altLang="en-US" sz="2000" b="1" dirty="0">
                <a:latin typeface="+mn-ea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4EEF497-B69B-F820-A923-35CACDEF1690}"/>
                </a:ext>
              </a:extLst>
            </p:cNvPr>
            <p:cNvSpPr txBox="1"/>
            <p:nvPr/>
          </p:nvSpPr>
          <p:spPr>
            <a:xfrm>
              <a:off x="5437384" y="2339788"/>
              <a:ext cx="219020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+mn-ea"/>
                </a:rPr>
                <a:t>transformed case</a:t>
              </a:r>
              <a:endParaRPr lang="zh-CN" altLang="en-US" sz="2000" b="1" dirty="0">
                <a:latin typeface="+mn-ea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958B1EF-2C49-8BE0-546F-109A53BDFCB7}"/>
                </a:ext>
              </a:extLst>
            </p:cNvPr>
            <p:cNvSpPr txBox="1"/>
            <p:nvPr/>
          </p:nvSpPr>
          <p:spPr>
            <a:xfrm>
              <a:off x="7758077" y="2340807"/>
              <a:ext cx="2190205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+mn-ea"/>
                </a:rPr>
                <a:t>downstream power system study</a:t>
              </a:r>
              <a:endParaRPr lang="zh-CN" altLang="en-US" sz="2000" b="1" dirty="0">
                <a:latin typeface="+mn-ea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1C160DAE-AB01-2D65-0B0E-0A8AE3A1EB3F}"/>
                </a:ext>
              </a:extLst>
            </p:cNvPr>
            <p:cNvSpPr txBox="1"/>
            <p:nvPr/>
          </p:nvSpPr>
          <p:spPr>
            <a:xfrm>
              <a:off x="9645082" y="2339788"/>
              <a:ext cx="219020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+mn-ea"/>
                </a:rPr>
                <a:t>numerical result</a:t>
              </a:r>
              <a:endParaRPr lang="zh-CN" altLang="en-US" sz="2000" b="1" dirty="0">
                <a:latin typeface="+mn-ea"/>
              </a:endParaRPr>
            </a:p>
          </p:txBody>
        </p:sp>
        <p:sp>
          <p:nvSpPr>
            <p:cNvPr id="44" name="箭头: 右 43">
              <a:extLst>
                <a:ext uri="{FF2B5EF4-FFF2-40B4-BE49-F238E27FC236}">
                  <a16:creationId xmlns:a16="http://schemas.microsoft.com/office/drawing/2014/main" id="{806D6108-97F1-ACE8-F19D-A870429B0316}"/>
                </a:ext>
              </a:extLst>
            </p:cNvPr>
            <p:cNvSpPr/>
            <p:nvPr/>
          </p:nvSpPr>
          <p:spPr>
            <a:xfrm>
              <a:off x="1161471" y="1485585"/>
              <a:ext cx="1354422" cy="317657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箭头: 右 45">
              <a:extLst>
                <a:ext uri="{FF2B5EF4-FFF2-40B4-BE49-F238E27FC236}">
                  <a16:creationId xmlns:a16="http://schemas.microsoft.com/office/drawing/2014/main" id="{BBBE2FCC-38BA-8F21-6911-1BF94F9A8B69}"/>
                </a:ext>
              </a:extLst>
            </p:cNvPr>
            <p:cNvSpPr/>
            <p:nvPr/>
          </p:nvSpPr>
          <p:spPr>
            <a:xfrm>
              <a:off x="2994899" y="1472727"/>
              <a:ext cx="1306505" cy="330515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箭头: 右 47">
              <a:extLst>
                <a:ext uri="{FF2B5EF4-FFF2-40B4-BE49-F238E27FC236}">
                  <a16:creationId xmlns:a16="http://schemas.microsoft.com/office/drawing/2014/main" id="{F71A7806-8202-313D-D1CB-5AB72AA48188}"/>
                </a:ext>
              </a:extLst>
            </p:cNvPr>
            <p:cNvSpPr/>
            <p:nvPr/>
          </p:nvSpPr>
          <p:spPr>
            <a:xfrm>
              <a:off x="4803147" y="1446216"/>
              <a:ext cx="1329240" cy="357026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箭头: 右 49">
              <a:extLst>
                <a:ext uri="{FF2B5EF4-FFF2-40B4-BE49-F238E27FC236}">
                  <a16:creationId xmlns:a16="http://schemas.microsoft.com/office/drawing/2014/main" id="{CEE957E6-B31E-38FE-28AE-08FFFE350BE4}"/>
                </a:ext>
              </a:extLst>
            </p:cNvPr>
            <p:cNvSpPr/>
            <p:nvPr/>
          </p:nvSpPr>
          <p:spPr>
            <a:xfrm>
              <a:off x="6640371" y="1446216"/>
              <a:ext cx="1537195" cy="357026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箭头: 右 51">
              <a:extLst>
                <a:ext uri="{FF2B5EF4-FFF2-40B4-BE49-F238E27FC236}">
                  <a16:creationId xmlns:a16="http://schemas.microsoft.com/office/drawing/2014/main" id="{D61EB856-39E2-536D-7823-FECA73BCC1A0}"/>
                </a:ext>
              </a:extLst>
            </p:cNvPr>
            <p:cNvSpPr/>
            <p:nvPr/>
          </p:nvSpPr>
          <p:spPr>
            <a:xfrm>
              <a:off x="8681866" y="1446216"/>
              <a:ext cx="1567428" cy="400110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7E741418-BCC3-4D26-1FCC-65CA69841B11}"/>
              </a:ext>
            </a:extLst>
          </p:cNvPr>
          <p:cNvSpPr txBox="1"/>
          <p:nvPr/>
        </p:nvSpPr>
        <p:spPr>
          <a:xfrm>
            <a:off x="280480" y="365424"/>
            <a:ext cx="3327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a. Transformation Record</a:t>
            </a:r>
            <a:endParaRPr lang="zh-CN" altLang="en-US" sz="2000" b="1" i="1" dirty="0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96CAC5C-3164-38DA-7C44-282ED11A875B}"/>
              </a:ext>
            </a:extLst>
          </p:cNvPr>
          <p:cNvGrpSpPr/>
          <p:nvPr/>
        </p:nvGrpSpPr>
        <p:grpSpPr>
          <a:xfrm>
            <a:off x="3428623" y="3959883"/>
            <a:ext cx="8295817" cy="2226186"/>
            <a:chOff x="2476511" y="4035870"/>
            <a:chExt cx="9049742" cy="2437194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916C597-D020-1205-79F1-85D8A0D140FB}"/>
                </a:ext>
              </a:extLst>
            </p:cNvPr>
            <p:cNvGrpSpPr/>
            <p:nvPr/>
          </p:nvGrpSpPr>
          <p:grpSpPr>
            <a:xfrm>
              <a:off x="2476511" y="4243294"/>
              <a:ext cx="4687082" cy="2086614"/>
              <a:chOff x="5295748" y="3922296"/>
              <a:chExt cx="4820493" cy="2062341"/>
            </a:xfrm>
          </p:grpSpPr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42373A87-326B-713E-F685-7CCB289959A3}"/>
                  </a:ext>
                </a:extLst>
              </p:cNvPr>
              <p:cNvSpPr/>
              <p:nvPr/>
            </p:nvSpPr>
            <p:spPr>
              <a:xfrm>
                <a:off x="5295749" y="3922296"/>
                <a:ext cx="1767802" cy="56499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Transformed case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B11F61EE-7868-8ABD-1564-62C1DAF0563B}"/>
                  </a:ext>
                </a:extLst>
              </p:cNvPr>
              <p:cNvSpPr/>
              <p:nvPr/>
            </p:nvSpPr>
            <p:spPr>
              <a:xfrm>
                <a:off x="5295748" y="4660046"/>
                <a:ext cx="1767802" cy="609642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certificate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BCABCAB0-C5AF-FB62-9A91-421381447C23}"/>
                  </a:ext>
                </a:extLst>
              </p:cNvPr>
              <p:cNvSpPr/>
              <p:nvPr/>
            </p:nvSpPr>
            <p:spPr>
              <a:xfrm>
                <a:off x="5295748" y="5408721"/>
                <a:ext cx="1767802" cy="575916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study result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右大括号 63">
                <a:extLst>
                  <a:ext uri="{FF2B5EF4-FFF2-40B4-BE49-F238E27FC236}">
                    <a16:creationId xmlns:a16="http://schemas.microsoft.com/office/drawing/2014/main" id="{92FC7A0C-2139-D2D8-A611-7A73EC8EB7D1}"/>
                  </a:ext>
                </a:extLst>
              </p:cNvPr>
              <p:cNvSpPr/>
              <p:nvPr/>
            </p:nvSpPr>
            <p:spPr>
              <a:xfrm>
                <a:off x="7063550" y="3922296"/>
                <a:ext cx="529641" cy="2062341"/>
              </a:xfrm>
              <a:prstGeom prst="rightBrac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BDDBC04A-EDCF-51E9-CDA7-2A145E638AD1}"/>
                  </a:ext>
                </a:extLst>
              </p:cNvPr>
              <p:cNvSpPr/>
              <p:nvPr/>
            </p:nvSpPr>
            <p:spPr>
              <a:xfrm>
                <a:off x="7593191" y="4660665"/>
                <a:ext cx="1651109" cy="57591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PCC verifier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箭头: 右 68">
                <a:extLst>
                  <a:ext uri="{FF2B5EF4-FFF2-40B4-BE49-F238E27FC236}">
                    <a16:creationId xmlns:a16="http://schemas.microsoft.com/office/drawing/2014/main" id="{F445E4B6-8959-A918-BE58-DD162E82C508}"/>
                  </a:ext>
                </a:extLst>
              </p:cNvPr>
              <p:cNvSpPr/>
              <p:nvPr/>
            </p:nvSpPr>
            <p:spPr>
              <a:xfrm>
                <a:off x="9300112" y="4793071"/>
                <a:ext cx="816129" cy="309864"/>
              </a:xfrm>
              <a:prstGeom prst="rightArrow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1" name="流程图: 决策 70">
              <a:extLst>
                <a:ext uri="{FF2B5EF4-FFF2-40B4-BE49-F238E27FC236}">
                  <a16:creationId xmlns:a16="http://schemas.microsoft.com/office/drawing/2014/main" id="{2338B924-FA7B-FEFC-9D8D-C8B365989323}"/>
                </a:ext>
              </a:extLst>
            </p:cNvPr>
            <p:cNvSpPr/>
            <p:nvPr/>
          </p:nvSpPr>
          <p:spPr>
            <a:xfrm>
              <a:off x="7217862" y="4948004"/>
              <a:ext cx="1898497" cy="704627"/>
            </a:xfrm>
            <a:prstGeom prst="flowChartDecision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</a:rPr>
                <a:t>accept / reject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箭头: 右 83">
              <a:extLst>
                <a:ext uri="{FF2B5EF4-FFF2-40B4-BE49-F238E27FC236}">
                  <a16:creationId xmlns:a16="http://schemas.microsoft.com/office/drawing/2014/main" id="{D392E0C5-88D6-22AF-9AE2-81350876D3FB}"/>
                </a:ext>
              </a:extLst>
            </p:cNvPr>
            <p:cNvSpPr/>
            <p:nvPr/>
          </p:nvSpPr>
          <p:spPr>
            <a:xfrm rot="19396132">
              <a:off x="8562018" y="4618199"/>
              <a:ext cx="793542" cy="313511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箭头: 右 85">
              <a:extLst>
                <a:ext uri="{FF2B5EF4-FFF2-40B4-BE49-F238E27FC236}">
                  <a16:creationId xmlns:a16="http://schemas.microsoft.com/office/drawing/2014/main" id="{C02D8B8E-ABC1-9883-2524-EDB09A0A6A25}"/>
                </a:ext>
              </a:extLst>
            </p:cNvPr>
            <p:cNvSpPr/>
            <p:nvPr/>
          </p:nvSpPr>
          <p:spPr>
            <a:xfrm rot="1938096">
              <a:off x="8554625" y="5635322"/>
              <a:ext cx="793542" cy="313511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99FB8A47-FB44-C46A-6745-862E96A77B3D}"/>
                </a:ext>
              </a:extLst>
            </p:cNvPr>
            <p:cNvSpPr/>
            <p:nvPr/>
          </p:nvSpPr>
          <p:spPr>
            <a:xfrm>
              <a:off x="9552197" y="4035870"/>
              <a:ext cx="1974056" cy="7258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verified result + audit receipt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7B3705AA-E313-1A82-CEFF-3D2A487BF5F1}"/>
                </a:ext>
              </a:extLst>
            </p:cNvPr>
            <p:cNvSpPr/>
            <p:nvPr/>
          </p:nvSpPr>
          <p:spPr>
            <a:xfrm>
              <a:off x="9552197" y="5747214"/>
              <a:ext cx="1974056" cy="7258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diagnostic trace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98" name="文本框 97">
            <a:extLst>
              <a:ext uri="{FF2B5EF4-FFF2-40B4-BE49-F238E27FC236}">
                <a16:creationId xmlns:a16="http://schemas.microsoft.com/office/drawing/2014/main" id="{BA346B75-D38E-411E-4ED8-70056F88F169}"/>
              </a:ext>
            </a:extLst>
          </p:cNvPr>
          <p:cNvSpPr txBox="1"/>
          <p:nvPr/>
        </p:nvSpPr>
        <p:spPr>
          <a:xfrm>
            <a:off x="3428624" y="3483779"/>
            <a:ext cx="4200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c. Proof-Carrying Execution</a:t>
            </a:r>
            <a:endParaRPr lang="zh-CN" altLang="en-US" sz="2000" b="1" i="1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50335B7-3A00-7609-E38A-3FB103C6494B}"/>
              </a:ext>
            </a:extLst>
          </p:cNvPr>
          <p:cNvSpPr txBox="1"/>
          <p:nvPr/>
        </p:nvSpPr>
        <p:spPr>
          <a:xfrm>
            <a:off x="185095" y="3452611"/>
            <a:ext cx="4200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b. Certificate Obligations</a:t>
            </a:r>
            <a:endParaRPr lang="zh-CN" altLang="en-US" sz="2000" b="1" i="1" dirty="0"/>
          </a:p>
        </p:txBody>
      </p:sp>
      <p:sp>
        <p:nvSpPr>
          <p:cNvPr id="111" name="右大括号 110">
            <a:extLst>
              <a:ext uri="{FF2B5EF4-FFF2-40B4-BE49-F238E27FC236}">
                <a16:creationId xmlns:a16="http://schemas.microsoft.com/office/drawing/2014/main" id="{3AE78F05-87C8-B685-E178-5C9532414F07}"/>
              </a:ext>
            </a:extLst>
          </p:cNvPr>
          <p:cNvSpPr/>
          <p:nvPr/>
        </p:nvSpPr>
        <p:spPr>
          <a:xfrm>
            <a:off x="2832608" y="4087658"/>
            <a:ext cx="323799" cy="2529361"/>
          </a:xfrm>
          <a:prstGeom prst="rightBrace">
            <a:avLst>
              <a:gd name="adj1" fmla="val 8333"/>
              <a:gd name="adj2" fmla="val 89005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箭头: 直角上 111">
            <a:extLst>
              <a:ext uri="{FF2B5EF4-FFF2-40B4-BE49-F238E27FC236}">
                <a16:creationId xmlns:a16="http://schemas.microsoft.com/office/drawing/2014/main" id="{DAF4D02D-99AE-5CAA-8985-59ECE0E28352}"/>
              </a:ext>
            </a:extLst>
          </p:cNvPr>
          <p:cNvSpPr/>
          <p:nvPr/>
        </p:nvSpPr>
        <p:spPr>
          <a:xfrm>
            <a:off x="3205545" y="5363403"/>
            <a:ext cx="3157156" cy="999837"/>
          </a:xfrm>
          <a:prstGeom prst="bentUpArrow">
            <a:avLst>
              <a:gd name="adj1" fmla="val 7901"/>
              <a:gd name="adj2" fmla="val 13458"/>
              <a:gd name="adj3" fmla="val 25000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80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黄橙色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zixuan Liu</dc:creator>
  <cp:lastModifiedBy>zixuan Liu</cp:lastModifiedBy>
  <cp:revision>1</cp:revision>
  <dcterms:created xsi:type="dcterms:W3CDTF">2026-08-08T22:48:48Z</dcterms:created>
  <dcterms:modified xsi:type="dcterms:W3CDTF">2026-08-08T23:03:03Z</dcterms:modified>
</cp:coreProperties>
</file>