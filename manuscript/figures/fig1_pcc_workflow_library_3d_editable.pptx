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28755-ECD7-4BE2-98D4-41FCECFC313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03300-C4C7-4A63-9627-AB30376F6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511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Structure from manuscript Fig. 1; components copied from supplied ML Visual library slides 7, 8, 44, and 126.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03300-C4C7-4A63-9627-AB30376F64A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19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Components copied from supplied ML Visual library slides 7, 8, 44, and 126.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03300-C4C7-4A63-9627-AB30376F64A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834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FA69E-FB31-AC6A-A229-46C373F51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901CD0-1E68-86B7-CFBC-BB5C99C92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E979F-E0F2-E09B-259D-A51D3ECC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C3CA1A-1C73-7085-1B3A-8B19DBBB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DC643D-1C11-656E-5AEF-AACB0BA2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40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B59A6-EF61-D8DE-37D0-6473C643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0168D-7B86-9039-0DFA-126B27D9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C55CB9-AC01-7C89-6B49-42B2659E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57EE4-57B8-65C9-E50F-D26BF2C5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D927C5-DD51-00E3-1E7C-B1E4E920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98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0F879-5B1F-7806-4FC4-8BEDAD62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053308-1A2D-E614-27EC-1227FA61C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2135D-F302-7E38-C864-A6678A28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4FCE49-6496-2785-CD6E-DA0B48F7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7C59B1-C417-EB69-54EC-35D962AE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20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B75BB-B554-6081-5995-05690645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E2512D-1728-5F40-22C1-0319F4AAB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7758F1-FCA4-7047-4905-D5B406548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0E54EF-FBD7-380A-B863-F726F718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A19377-1AC2-0871-78C3-1BB95FFF2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087EC7-C284-9A6F-DFC9-88D3960E6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27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DDC22-528A-F3C5-ADA0-30759956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D45A64-33B6-D9E2-CA84-0D4426798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CD2992-B500-FE68-0F6E-2023EC882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35E388-7307-6761-567A-E6C0DF18F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FCE7E2-2F5F-56F1-9D28-1473432CA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ABEEFE-05A1-CE44-2275-063B72AA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5B809A-DE11-7115-304E-5DFB1501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DE0F31-07C7-06B2-3DFD-F502470E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015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D8AD3-28E3-F5F3-08A3-6496B0F4A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C314FC-AD67-0A06-DD63-50AFCC6E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F78153-AED4-68CD-7BA3-10A20AA6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37E0D8-A2AD-0E6D-5D44-9CA38A7F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307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2225D7-73C0-5FF6-4149-C3FA3194B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298856-76ED-F129-FC5A-DD32DC71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429572-DCA8-B67C-4000-60FC76AA8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60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29332-09D8-DE38-7A47-44F638DF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CF419-8F81-3AE2-8DEE-76F3168A8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3DEC8-A2D3-780E-DBD6-8D604B2DB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04D23D-BDB9-AFA8-461A-01812E89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5F7F45-4B6C-9C8F-83C5-93AF219D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841EDD-295A-F25B-72AA-71068B25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58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D321E-F502-82EE-0ACC-BC6886AC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5A74F9-6017-3F5B-9A43-159D34473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03DC26-3747-C964-4DF0-14C6ECBE0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D58408-62D5-2666-5E82-C7F05719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EB6F5D-EFC8-9113-CA81-3FC278E5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8AA68E-4519-06A2-0522-9798F72A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15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8911E-6BA7-3355-4308-25797258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C61788-DC4D-EA3E-8F23-78B2C678E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D4276-F211-604A-D8FE-7EE81D8F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F48FC7-0980-4949-4CDD-4B0443A4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FB671E-11EC-3F68-1CAA-130D1BA8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758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5FA24E-EE51-921E-278E-40F07811D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597F5F-E864-680E-3165-6973C8981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445966-81A8-058A-21BA-6C80235C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19125A-9A87-4CAF-0C14-F80BF0E9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A40A3D-AAD2-44D6-80E3-912BDD5C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358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98E0AD-8688-1B24-E75D-4E8A7273B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1055C7-70E8-4827-4067-30E7DCBA6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FC645F-E229-80E8-7AFA-4A9A723E9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B7CEC8-7B2A-4FA7-AA1B-65DAE1C85960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059804-A936-9B70-5EB6-361C20C0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884CF-E976-DDF1-9D40-3097DC056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91D54-2189-43D5-B392-067AA53762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206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5893550-B731-32D2-886B-66F643E054E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EE3C2A-F920-9459-E63C-B37D9CD431F1}"/>
              </a:ext>
            </a:extLst>
          </p:cNvPr>
          <p:cNvSpPr txBox="1"/>
          <p:nvPr/>
        </p:nvSpPr>
        <p:spPr>
          <a:xfrm>
            <a:off x="330200" y="276297"/>
            <a:ext cx="152400" cy="13080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850" b="1">
                <a:solidFill>
                  <a:srgbClr val="232B33"/>
                </a:solidFill>
                <a:latin typeface="Arial" panose="020B0604020202020204" pitchFamily="34" charset="0"/>
              </a:rPr>
              <a:t>a</a:t>
            </a:r>
            <a:endParaRPr lang="zh-CN" altLang="en-US" sz="85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C79C89-CF28-6B3D-039F-CA427AFCA166}"/>
              </a:ext>
            </a:extLst>
          </p:cNvPr>
          <p:cNvSpPr txBox="1"/>
          <p:nvPr/>
        </p:nvSpPr>
        <p:spPr>
          <a:xfrm>
            <a:off x="609600" y="405943"/>
            <a:ext cx="1714500" cy="123111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800" b="1">
                <a:solidFill>
                  <a:srgbClr val="232B33"/>
                </a:solidFill>
                <a:latin typeface="Arial" panose="020B0604020202020204" pitchFamily="34" charset="0"/>
              </a:rPr>
              <a:t>case transformation</a:t>
            </a:r>
            <a:endParaRPr lang="zh-CN" altLang="en-US" sz="80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83898E-FDDC-F3F1-73BC-368046A21259}"/>
              </a:ext>
            </a:extLst>
          </p:cNvPr>
          <p:cNvSpPr txBox="1"/>
          <p:nvPr/>
        </p:nvSpPr>
        <p:spPr>
          <a:xfrm>
            <a:off x="330200" y="1939997"/>
            <a:ext cx="152400" cy="13080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850" b="1">
                <a:solidFill>
                  <a:srgbClr val="232B33"/>
                </a:solidFill>
                <a:latin typeface="Arial" panose="020B0604020202020204" pitchFamily="34" charset="0"/>
              </a:rPr>
              <a:t>b</a:t>
            </a:r>
            <a:endParaRPr lang="zh-CN" altLang="en-US" sz="85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52D592-D1FA-5483-C49C-2627FF0CFCD5}"/>
              </a:ext>
            </a:extLst>
          </p:cNvPr>
          <p:cNvSpPr txBox="1"/>
          <p:nvPr/>
        </p:nvSpPr>
        <p:spPr>
          <a:xfrm>
            <a:off x="609600" y="2069643"/>
            <a:ext cx="1841500" cy="123111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800" b="1">
                <a:solidFill>
                  <a:srgbClr val="232B33"/>
                </a:solidFill>
                <a:latin typeface="Arial" panose="020B0604020202020204" pitchFamily="34" charset="0"/>
              </a:rPr>
              <a:t>certificate obligations</a:t>
            </a:r>
            <a:endParaRPr lang="zh-CN" altLang="en-US" sz="80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615C47-179F-3E34-8B26-8EC4EEC5A6BB}"/>
              </a:ext>
            </a:extLst>
          </p:cNvPr>
          <p:cNvSpPr txBox="1"/>
          <p:nvPr/>
        </p:nvSpPr>
        <p:spPr>
          <a:xfrm>
            <a:off x="330200" y="3603697"/>
            <a:ext cx="152400" cy="13080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850" b="1">
                <a:solidFill>
                  <a:srgbClr val="232B33"/>
                </a:solidFill>
                <a:latin typeface="Arial" panose="020B0604020202020204" pitchFamily="34" charset="0"/>
              </a:rPr>
              <a:t>c</a:t>
            </a:r>
            <a:endParaRPr lang="zh-CN" altLang="en-US" sz="85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11373C-1479-625D-7D84-341C8E344DA0}"/>
              </a:ext>
            </a:extLst>
          </p:cNvPr>
          <p:cNvSpPr txBox="1"/>
          <p:nvPr/>
        </p:nvSpPr>
        <p:spPr>
          <a:xfrm>
            <a:off x="609600" y="3733343"/>
            <a:ext cx="1841500" cy="123111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800" b="1">
                <a:solidFill>
                  <a:srgbClr val="232B33"/>
                </a:solidFill>
                <a:latin typeface="Arial" panose="020B0604020202020204" pitchFamily="34" charset="0"/>
              </a:rPr>
              <a:t>proof-carrying run</a:t>
            </a:r>
            <a:endParaRPr lang="zh-CN" altLang="en-US" sz="80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6FEB4F5-A454-5F07-A2C5-DD1D039EFB12}"/>
              </a:ext>
            </a:extLst>
          </p:cNvPr>
          <p:cNvCxnSpPr/>
          <p:nvPr/>
        </p:nvCxnSpPr>
        <p:spPr>
          <a:xfrm>
            <a:off x="317500" y="1676400"/>
            <a:ext cx="8509000" cy="0"/>
          </a:xfrm>
          <a:prstGeom prst="straightConnector1">
            <a:avLst/>
          </a:prstGeom>
          <a:ln w="6985">
            <a:solidFill>
              <a:srgbClr val="DCE2E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CEDD832-7A21-EFCB-21A4-B78446A8626D}"/>
              </a:ext>
            </a:extLst>
          </p:cNvPr>
          <p:cNvCxnSpPr/>
          <p:nvPr/>
        </p:nvCxnSpPr>
        <p:spPr>
          <a:xfrm>
            <a:off x="317500" y="3352800"/>
            <a:ext cx="8509000" cy="0"/>
          </a:xfrm>
          <a:prstGeom prst="straightConnector1">
            <a:avLst/>
          </a:prstGeom>
          <a:ln w="6985">
            <a:solidFill>
              <a:srgbClr val="DCE2E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oogle Shape;269;p19">
            <a:extLst>
              <a:ext uri="{FF2B5EF4-FFF2-40B4-BE49-F238E27FC236}">
                <a16:creationId xmlns:a16="http://schemas.microsoft.com/office/drawing/2014/main" id="{BB73C6C6-36A1-8D46-E11E-4B5B816D4B59}"/>
              </a:ext>
            </a:extLst>
          </p:cNvPr>
          <p:cNvGrpSpPr/>
          <p:nvPr/>
        </p:nvGrpSpPr>
        <p:grpSpPr>
          <a:xfrm>
            <a:off x="787400" y="596900"/>
            <a:ext cx="546100" cy="584200"/>
            <a:chOff x="608609" y="2370079"/>
            <a:chExt cx="458224" cy="523616"/>
          </a:xfrm>
        </p:grpSpPr>
        <p:grpSp>
          <p:nvGrpSpPr>
            <p:cNvPr id="12" name="Google Shape;270;p19">
              <a:extLst>
                <a:ext uri="{FF2B5EF4-FFF2-40B4-BE49-F238E27FC236}">
                  <a16:creationId xmlns:a16="http://schemas.microsoft.com/office/drawing/2014/main" id="{27620B3C-8AFB-8CCC-E623-D3E653C7CCC9}"/>
                </a:ext>
              </a:extLst>
            </p:cNvPr>
            <p:cNvGrpSpPr/>
            <p:nvPr/>
          </p:nvGrpSpPr>
          <p:grpSpPr>
            <a:xfrm>
              <a:off x="608609" y="2665704"/>
              <a:ext cx="458224" cy="227991"/>
              <a:chOff x="5668659" y="1713442"/>
              <a:chExt cx="458224" cy="227991"/>
            </a:xfrm>
          </p:grpSpPr>
          <p:grpSp>
            <p:nvGrpSpPr>
              <p:cNvPr id="35" name="Google Shape;271;p19">
                <a:extLst>
                  <a:ext uri="{FF2B5EF4-FFF2-40B4-BE49-F238E27FC236}">
                    <a16:creationId xmlns:a16="http://schemas.microsoft.com/office/drawing/2014/main" id="{6CAECD0C-3FE1-BD4A-8EC0-01923173F35F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43" name="Google Shape;272;p19">
                  <a:extLst>
                    <a:ext uri="{FF2B5EF4-FFF2-40B4-BE49-F238E27FC236}">
                      <a16:creationId xmlns:a16="http://schemas.microsoft.com/office/drawing/2014/main" id="{7817C9F8-B7C1-E312-0E21-5C4E68BFC380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273;p19">
                  <a:extLst>
                    <a:ext uri="{FF2B5EF4-FFF2-40B4-BE49-F238E27FC236}">
                      <a16:creationId xmlns:a16="http://schemas.microsoft.com/office/drawing/2014/main" id="{368829A2-7088-6E67-28B1-4A7AE85768DB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" name="Google Shape;274;p19">
                <a:extLst>
                  <a:ext uri="{FF2B5EF4-FFF2-40B4-BE49-F238E27FC236}">
                    <a16:creationId xmlns:a16="http://schemas.microsoft.com/office/drawing/2014/main" id="{7B47F2F8-FF63-C9D7-86F6-6B236EFF7DCB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40" name="Google Shape;275;p19">
                  <a:extLst>
                    <a:ext uri="{FF2B5EF4-FFF2-40B4-BE49-F238E27FC236}">
                      <a16:creationId xmlns:a16="http://schemas.microsoft.com/office/drawing/2014/main" id="{C7AA21B9-E2E8-7D3D-EB10-F6544F7C7509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276;p19">
                  <a:extLst>
                    <a:ext uri="{FF2B5EF4-FFF2-40B4-BE49-F238E27FC236}">
                      <a16:creationId xmlns:a16="http://schemas.microsoft.com/office/drawing/2014/main" id="{71E3D82E-F303-77AC-DD53-7105F3882418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277;p19">
                  <a:extLst>
                    <a:ext uri="{FF2B5EF4-FFF2-40B4-BE49-F238E27FC236}">
                      <a16:creationId xmlns:a16="http://schemas.microsoft.com/office/drawing/2014/main" id="{2A75F7E7-1DB4-8A1A-25A7-DC1B4C51E945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7" name="Google Shape;278;p19">
                <a:extLst>
                  <a:ext uri="{FF2B5EF4-FFF2-40B4-BE49-F238E27FC236}">
                    <a16:creationId xmlns:a16="http://schemas.microsoft.com/office/drawing/2014/main" id="{18D17AE3-D9DC-C141-15C5-B1661B5EBEA6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38" name="Google Shape;279;p19">
                  <a:extLst>
                    <a:ext uri="{FF2B5EF4-FFF2-40B4-BE49-F238E27FC236}">
                      <a16:creationId xmlns:a16="http://schemas.microsoft.com/office/drawing/2014/main" id="{A8D7C1BB-8C8D-4FAC-92E9-985DFF256D2E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280;p19">
                  <a:extLst>
                    <a:ext uri="{FF2B5EF4-FFF2-40B4-BE49-F238E27FC236}">
                      <a16:creationId xmlns:a16="http://schemas.microsoft.com/office/drawing/2014/main" id="{DCC3D96F-E5B1-9E86-015E-2D618764C9AC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" name="Google Shape;281;p19">
              <a:extLst>
                <a:ext uri="{FF2B5EF4-FFF2-40B4-BE49-F238E27FC236}">
                  <a16:creationId xmlns:a16="http://schemas.microsoft.com/office/drawing/2014/main" id="{B7337C6C-0AA9-E2B8-C2D7-375D18F574A9}"/>
                </a:ext>
              </a:extLst>
            </p:cNvPr>
            <p:cNvGrpSpPr/>
            <p:nvPr/>
          </p:nvGrpSpPr>
          <p:grpSpPr>
            <a:xfrm>
              <a:off x="608609" y="2511879"/>
              <a:ext cx="458224" cy="227991"/>
              <a:chOff x="5668659" y="1713442"/>
              <a:chExt cx="458224" cy="227991"/>
            </a:xfrm>
          </p:grpSpPr>
          <p:grpSp>
            <p:nvGrpSpPr>
              <p:cNvPr id="25" name="Google Shape;282;p19">
                <a:extLst>
                  <a:ext uri="{FF2B5EF4-FFF2-40B4-BE49-F238E27FC236}">
                    <a16:creationId xmlns:a16="http://schemas.microsoft.com/office/drawing/2014/main" id="{6FFA20FE-EA44-3415-4FC0-F558357D6AB6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33" name="Google Shape;283;p19">
                  <a:extLst>
                    <a:ext uri="{FF2B5EF4-FFF2-40B4-BE49-F238E27FC236}">
                      <a16:creationId xmlns:a16="http://schemas.microsoft.com/office/drawing/2014/main" id="{D243FAFA-877F-CF37-0775-4FC46E483864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284;p19">
                  <a:extLst>
                    <a:ext uri="{FF2B5EF4-FFF2-40B4-BE49-F238E27FC236}">
                      <a16:creationId xmlns:a16="http://schemas.microsoft.com/office/drawing/2014/main" id="{42D1F993-6BDE-3E3F-DD64-B08FF0EB8F4E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" name="Google Shape;285;p19">
                <a:extLst>
                  <a:ext uri="{FF2B5EF4-FFF2-40B4-BE49-F238E27FC236}">
                    <a16:creationId xmlns:a16="http://schemas.microsoft.com/office/drawing/2014/main" id="{95AA8870-8A53-D757-55DD-2262EFD30D02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30" name="Google Shape;286;p19">
                  <a:extLst>
                    <a:ext uri="{FF2B5EF4-FFF2-40B4-BE49-F238E27FC236}">
                      <a16:creationId xmlns:a16="http://schemas.microsoft.com/office/drawing/2014/main" id="{7C5F3544-28BE-800C-FEFA-6D4E1C9D2D15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287;p19">
                  <a:extLst>
                    <a:ext uri="{FF2B5EF4-FFF2-40B4-BE49-F238E27FC236}">
                      <a16:creationId xmlns:a16="http://schemas.microsoft.com/office/drawing/2014/main" id="{6703470A-4467-2B79-5E10-789F9C287743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288;p19">
                  <a:extLst>
                    <a:ext uri="{FF2B5EF4-FFF2-40B4-BE49-F238E27FC236}">
                      <a16:creationId xmlns:a16="http://schemas.microsoft.com/office/drawing/2014/main" id="{8EBB1853-9341-A30D-319F-B32F6ACE83EE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7" name="Google Shape;289;p19">
                <a:extLst>
                  <a:ext uri="{FF2B5EF4-FFF2-40B4-BE49-F238E27FC236}">
                    <a16:creationId xmlns:a16="http://schemas.microsoft.com/office/drawing/2014/main" id="{407EE6E4-CF5B-54EE-50AA-A2BB1C8B2FE1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28" name="Google Shape;290;p19">
                  <a:extLst>
                    <a:ext uri="{FF2B5EF4-FFF2-40B4-BE49-F238E27FC236}">
                      <a16:creationId xmlns:a16="http://schemas.microsoft.com/office/drawing/2014/main" id="{4BC1ED1E-32D9-D500-9962-FC12B79523F7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1;p19">
                  <a:extLst>
                    <a:ext uri="{FF2B5EF4-FFF2-40B4-BE49-F238E27FC236}">
                      <a16:creationId xmlns:a16="http://schemas.microsoft.com/office/drawing/2014/main" id="{AEBBC430-45FE-6F4C-B091-91A180211DC3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" name="Google Shape;292;p19">
              <a:extLst>
                <a:ext uri="{FF2B5EF4-FFF2-40B4-BE49-F238E27FC236}">
                  <a16:creationId xmlns:a16="http://schemas.microsoft.com/office/drawing/2014/main" id="{1E9FD928-2444-9194-D080-F170579136F8}"/>
                </a:ext>
              </a:extLst>
            </p:cNvPr>
            <p:cNvGrpSpPr/>
            <p:nvPr/>
          </p:nvGrpSpPr>
          <p:grpSpPr>
            <a:xfrm>
              <a:off x="608609" y="2370079"/>
              <a:ext cx="458224" cy="227991"/>
              <a:chOff x="5668659" y="1713442"/>
              <a:chExt cx="458224" cy="227991"/>
            </a:xfrm>
          </p:grpSpPr>
          <p:grpSp>
            <p:nvGrpSpPr>
              <p:cNvPr id="15" name="Google Shape;293;p19">
                <a:extLst>
                  <a:ext uri="{FF2B5EF4-FFF2-40B4-BE49-F238E27FC236}">
                    <a16:creationId xmlns:a16="http://schemas.microsoft.com/office/drawing/2014/main" id="{B0B47700-BF67-445E-2BBB-4ADB8814B02E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23" name="Google Shape;294;p19">
                  <a:extLst>
                    <a:ext uri="{FF2B5EF4-FFF2-40B4-BE49-F238E27FC236}">
                      <a16:creationId xmlns:a16="http://schemas.microsoft.com/office/drawing/2014/main" id="{B80F926F-C5DE-61EA-2A51-BAD1AD794BAE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95;p19">
                  <a:extLst>
                    <a:ext uri="{FF2B5EF4-FFF2-40B4-BE49-F238E27FC236}">
                      <a16:creationId xmlns:a16="http://schemas.microsoft.com/office/drawing/2014/main" id="{013C5556-83E2-136F-A3DD-D55BFA5C3560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" name="Google Shape;296;p19">
                <a:extLst>
                  <a:ext uri="{FF2B5EF4-FFF2-40B4-BE49-F238E27FC236}">
                    <a16:creationId xmlns:a16="http://schemas.microsoft.com/office/drawing/2014/main" id="{77813693-E074-E1B2-D978-399FBB1BD4B9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20" name="Google Shape;297;p19">
                  <a:extLst>
                    <a:ext uri="{FF2B5EF4-FFF2-40B4-BE49-F238E27FC236}">
                      <a16:creationId xmlns:a16="http://schemas.microsoft.com/office/drawing/2014/main" id="{F2201358-788E-F149-6A9C-7C64C72C540B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98;p19">
                  <a:extLst>
                    <a:ext uri="{FF2B5EF4-FFF2-40B4-BE49-F238E27FC236}">
                      <a16:creationId xmlns:a16="http://schemas.microsoft.com/office/drawing/2014/main" id="{315BE4D1-929B-18A0-E998-27E8FBB5A47B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99;p19">
                  <a:extLst>
                    <a:ext uri="{FF2B5EF4-FFF2-40B4-BE49-F238E27FC236}">
                      <a16:creationId xmlns:a16="http://schemas.microsoft.com/office/drawing/2014/main" id="{19DCBD43-7F90-C6BC-ED5E-A61E5237BE38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7" name="Google Shape;300;p19">
                <a:extLst>
                  <a:ext uri="{FF2B5EF4-FFF2-40B4-BE49-F238E27FC236}">
                    <a16:creationId xmlns:a16="http://schemas.microsoft.com/office/drawing/2014/main" id="{A3CDE6AA-1397-B040-4436-14ED7D5B83CD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18" name="Google Shape;301;p19">
                  <a:extLst>
                    <a:ext uri="{FF2B5EF4-FFF2-40B4-BE49-F238E27FC236}">
                      <a16:creationId xmlns:a16="http://schemas.microsoft.com/office/drawing/2014/main" id="{3A2D397F-9669-49DA-AD1F-90BD6E856078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302;p19">
                  <a:extLst>
                    <a:ext uri="{FF2B5EF4-FFF2-40B4-BE49-F238E27FC236}">
                      <a16:creationId xmlns:a16="http://schemas.microsoft.com/office/drawing/2014/main" id="{DEB08BDF-C477-03FE-636B-006364314EF6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5" name="Google Shape;201;p19">
            <a:extLst>
              <a:ext uri="{FF2B5EF4-FFF2-40B4-BE49-F238E27FC236}">
                <a16:creationId xmlns:a16="http://schemas.microsoft.com/office/drawing/2014/main" id="{3B48E7A9-B987-6735-03A5-790E777D75E3}"/>
              </a:ext>
            </a:extLst>
          </p:cNvPr>
          <p:cNvGrpSpPr/>
          <p:nvPr/>
        </p:nvGrpSpPr>
        <p:grpSpPr>
          <a:xfrm rot="237484">
            <a:off x="2169935" y="487970"/>
            <a:ext cx="622300" cy="660400"/>
            <a:chOff x="608609" y="2370079"/>
            <a:chExt cx="458224" cy="523616"/>
          </a:xfrm>
        </p:grpSpPr>
        <p:grpSp>
          <p:nvGrpSpPr>
            <p:cNvPr id="46" name="Google Shape;202;p19">
              <a:extLst>
                <a:ext uri="{FF2B5EF4-FFF2-40B4-BE49-F238E27FC236}">
                  <a16:creationId xmlns:a16="http://schemas.microsoft.com/office/drawing/2014/main" id="{E19845D5-B1E0-DB6B-E5A8-F7B423B868D7}"/>
                </a:ext>
              </a:extLst>
            </p:cNvPr>
            <p:cNvGrpSpPr/>
            <p:nvPr/>
          </p:nvGrpSpPr>
          <p:grpSpPr>
            <a:xfrm>
              <a:off x="608609" y="2665704"/>
              <a:ext cx="458224" cy="227991"/>
              <a:chOff x="5668659" y="1713442"/>
              <a:chExt cx="458224" cy="227991"/>
            </a:xfrm>
          </p:grpSpPr>
          <p:grpSp>
            <p:nvGrpSpPr>
              <p:cNvPr id="69" name="Google Shape;203;p19">
                <a:extLst>
                  <a:ext uri="{FF2B5EF4-FFF2-40B4-BE49-F238E27FC236}">
                    <a16:creationId xmlns:a16="http://schemas.microsoft.com/office/drawing/2014/main" id="{DB53FCEB-45DE-BF17-2DE1-9E71DC41AD60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77" name="Google Shape;204;p19">
                  <a:extLst>
                    <a:ext uri="{FF2B5EF4-FFF2-40B4-BE49-F238E27FC236}">
                      <a16:creationId xmlns:a16="http://schemas.microsoft.com/office/drawing/2014/main" id="{6BCA5F56-562D-90B5-EB98-46F009524571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205;p19">
                  <a:extLst>
                    <a:ext uri="{FF2B5EF4-FFF2-40B4-BE49-F238E27FC236}">
                      <a16:creationId xmlns:a16="http://schemas.microsoft.com/office/drawing/2014/main" id="{C1B94AF4-07CD-DBB2-2386-E2C9FEBF7565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0" name="Google Shape;206;p19">
                <a:extLst>
                  <a:ext uri="{FF2B5EF4-FFF2-40B4-BE49-F238E27FC236}">
                    <a16:creationId xmlns:a16="http://schemas.microsoft.com/office/drawing/2014/main" id="{16B76242-E446-339F-F517-CC1747FA5AD8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74" name="Google Shape;207;p19">
                  <a:extLst>
                    <a:ext uri="{FF2B5EF4-FFF2-40B4-BE49-F238E27FC236}">
                      <a16:creationId xmlns:a16="http://schemas.microsoft.com/office/drawing/2014/main" id="{2133AF55-68EE-51B3-D63B-1AF1FBA47DD8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208;p19">
                  <a:extLst>
                    <a:ext uri="{FF2B5EF4-FFF2-40B4-BE49-F238E27FC236}">
                      <a16:creationId xmlns:a16="http://schemas.microsoft.com/office/drawing/2014/main" id="{EA528429-E551-B6D0-6E89-429BCC5AFBE3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209;p19">
                  <a:extLst>
                    <a:ext uri="{FF2B5EF4-FFF2-40B4-BE49-F238E27FC236}">
                      <a16:creationId xmlns:a16="http://schemas.microsoft.com/office/drawing/2014/main" id="{CA235465-2751-6DE3-7267-8AF2090572C6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1" name="Google Shape;210;p19">
                <a:extLst>
                  <a:ext uri="{FF2B5EF4-FFF2-40B4-BE49-F238E27FC236}">
                    <a16:creationId xmlns:a16="http://schemas.microsoft.com/office/drawing/2014/main" id="{FAEAD2A4-5DDD-46D2-D963-521A5132B9BE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72" name="Google Shape;211;p19">
                  <a:extLst>
                    <a:ext uri="{FF2B5EF4-FFF2-40B4-BE49-F238E27FC236}">
                      <a16:creationId xmlns:a16="http://schemas.microsoft.com/office/drawing/2014/main" id="{EA2DD945-AB53-86D7-1B2F-A251D3578FF5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212;p19">
                  <a:extLst>
                    <a:ext uri="{FF2B5EF4-FFF2-40B4-BE49-F238E27FC236}">
                      <a16:creationId xmlns:a16="http://schemas.microsoft.com/office/drawing/2014/main" id="{05ACA91F-7B44-A60B-490A-4BC46E7DB938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7" name="Google Shape;213;p19">
              <a:extLst>
                <a:ext uri="{FF2B5EF4-FFF2-40B4-BE49-F238E27FC236}">
                  <a16:creationId xmlns:a16="http://schemas.microsoft.com/office/drawing/2014/main" id="{E9BC8E54-7E9D-3B67-41E3-99E88952B022}"/>
                </a:ext>
              </a:extLst>
            </p:cNvPr>
            <p:cNvGrpSpPr/>
            <p:nvPr/>
          </p:nvGrpSpPr>
          <p:grpSpPr>
            <a:xfrm>
              <a:off x="608609" y="2511879"/>
              <a:ext cx="458224" cy="227991"/>
              <a:chOff x="5668659" y="1713442"/>
              <a:chExt cx="458224" cy="227991"/>
            </a:xfrm>
          </p:grpSpPr>
          <p:grpSp>
            <p:nvGrpSpPr>
              <p:cNvPr id="59" name="Google Shape;214;p19">
                <a:extLst>
                  <a:ext uri="{FF2B5EF4-FFF2-40B4-BE49-F238E27FC236}">
                    <a16:creationId xmlns:a16="http://schemas.microsoft.com/office/drawing/2014/main" id="{E88FF7CF-122C-1D75-951A-46BE30877E77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67" name="Google Shape;215;p19">
                  <a:extLst>
                    <a:ext uri="{FF2B5EF4-FFF2-40B4-BE49-F238E27FC236}">
                      <a16:creationId xmlns:a16="http://schemas.microsoft.com/office/drawing/2014/main" id="{00A6BCD4-B193-12DC-65D7-517776247E0A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216;p19">
                  <a:extLst>
                    <a:ext uri="{FF2B5EF4-FFF2-40B4-BE49-F238E27FC236}">
                      <a16:creationId xmlns:a16="http://schemas.microsoft.com/office/drawing/2014/main" id="{1F705C5D-D423-E420-0789-521FC59A605B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" name="Google Shape;217;p19">
                <a:extLst>
                  <a:ext uri="{FF2B5EF4-FFF2-40B4-BE49-F238E27FC236}">
                    <a16:creationId xmlns:a16="http://schemas.microsoft.com/office/drawing/2014/main" id="{511C20CC-1159-6156-EABA-C4AE351BFECF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64" name="Google Shape;218;p19">
                  <a:extLst>
                    <a:ext uri="{FF2B5EF4-FFF2-40B4-BE49-F238E27FC236}">
                      <a16:creationId xmlns:a16="http://schemas.microsoft.com/office/drawing/2014/main" id="{4C38EEB6-160D-9EA6-108C-320663CE32E2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219;p19">
                  <a:extLst>
                    <a:ext uri="{FF2B5EF4-FFF2-40B4-BE49-F238E27FC236}">
                      <a16:creationId xmlns:a16="http://schemas.microsoft.com/office/drawing/2014/main" id="{3B4E5C4C-1ECE-6096-2EB0-D146E167BCDB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220;p19">
                  <a:extLst>
                    <a:ext uri="{FF2B5EF4-FFF2-40B4-BE49-F238E27FC236}">
                      <a16:creationId xmlns:a16="http://schemas.microsoft.com/office/drawing/2014/main" id="{1EEE08AB-D4A9-8E05-0F4C-C64B91FF82D7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1" name="Google Shape;221;p19">
                <a:extLst>
                  <a:ext uri="{FF2B5EF4-FFF2-40B4-BE49-F238E27FC236}">
                    <a16:creationId xmlns:a16="http://schemas.microsoft.com/office/drawing/2014/main" id="{A263E2C9-1E95-7CE5-0E4B-6A29206A597D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62" name="Google Shape;222;p19">
                  <a:extLst>
                    <a:ext uri="{FF2B5EF4-FFF2-40B4-BE49-F238E27FC236}">
                      <a16:creationId xmlns:a16="http://schemas.microsoft.com/office/drawing/2014/main" id="{C8230514-1A88-4D41-3478-775E373AE81A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223;p19">
                  <a:extLst>
                    <a:ext uri="{FF2B5EF4-FFF2-40B4-BE49-F238E27FC236}">
                      <a16:creationId xmlns:a16="http://schemas.microsoft.com/office/drawing/2014/main" id="{B301923B-A01B-23F8-9D9C-48CD6781268C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" name="Google Shape;224;p19">
              <a:extLst>
                <a:ext uri="{FF2B5EF4-FFF2-40B4-BE49-F238E27FC236}">
                  <a16:creationId xmlns:a16="http://schemas.microsoft.com/office/drawing/2014/main" id="{5FEDBD83-8E31-833B-B594-B468382D12D5}"/>
                </a:ext>
              </a:extLst>
            </p:cNvPr>
            <p:cNvGrpSpPr/>
            <p:nvPr/>
          </p:nvGrpSpPr>
          <p:grpSpPr>
            <a:xfrm>
              <a:off x="608609" y="2370079"/>
              <a:ext cx="458224" cy="227991"/>
              <a:chOff x="5668659" y="1713442"/>
              <a:chExt cx="458224" cy="227991"/>
            </a:xfrm>
          </p:grpSpPr>
          <p:grpSp>
            <p:nvGrpSpPr>
              <p:cNvPr id="49" name="Google Shape;225;p19">
                <a:extLst>
                  <a:ext uri="{FF2B5EF4-FFF2-40B4-BE49-F238E27FC236}">
                    <a16:creationId xmlns:a16="http://schemas.microsoft.com/office/drawing/2014/main" id="{74DA5EE1-8A8D-6072-1ACA-31A13F7A4B92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57" name="Google Shape;226;p19">
                  <a:extLst>
                    <a:ext uri="{FF2B5EF4-FFF2-40B4-BE49-F238E27FC236}">
                      <a16:creationId xmlns:a16="http://schemas.microsoft.com/office/drawing/2014/main" id="{7A3C47AF-26BF-7BBE-760E-061A112BE3E0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227;p19">
                  <a:extLst>
                    <a:ext uri="{FF2B5EF4-FFF2-40B4-BE49-F238E27FC236}">
                      <a16:creationId xmlns:a16="http://schemas.microsoft.com/office/drawing/2014/main" id="{75658EAD-DEE6-F1E5-E30D-D5BC85E6F660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0" name="Google Shape;228;p19">
                <a:extLst>
                  <a:ext uri="{FF2B5EF4-FFF2-40B4-BE49-F238E27FC236}">
                    <a16:creationId xmlns:a16="http://schemas.microsoft.com/office/drawing/2014/main" id="{3D392B5C-69D0-AE8C-26C2-3C06C7171C19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54" name="Google Shape;229;p19">
                  <a:extLst>
                    <a:ext uri="{FF2B5EF4-FFF2-40B4-BE49-F238E27FC236}">
                      <a16:creationId xmlns:a16="http://schemas.microsoft.com/office/drawing/2014/main" id="{06906FA6-143C-16BC-8DBB-C3C95C8FEB78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230;p19">
                  <a:extLst>
                    <a:ext uri="{FF2B5EF4-FFF2-40B4-BE49-F238E27FC236}">
                      <a16:creationId xmlns:a16="http://schemas.microsoft.com/office/drawing/2014/main" id="{6BE652C8-990C-373E-C893-767D330C6453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231;p19">
                  <a:extLst>
                    <a:ext uri="{FF2B5EF4-FFF2-40B4-BE49-F238E27FC236}">
                      <a16:creationId xmlns:a16="http://schemas.microsoft.com/office/drawing/2014/main" id="{97DEAD31-B4FA-B191-E23A-6AFEBF10C8F1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1" name="Google Shape;232;p19">
                <a:extLst>
                  <a:ext uri="{FF2B5EF4-FFF2-40B4-BE49-F238E27FC236}">
                    <a16:creationId xmlns:a16="http://schemas.microsoft.com/office/drawing/2014/main" id="{6D8EE91E-485D-E065-8161-3C9D560F6DDF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52" name="Google Shape;233;p19">
                  <a:extLst>
                    <a:ext uri="{FF2B5EF4-FFF2-40B4-BE49-F238E27FC236}">
                      <a16:creationId xmlns:a16="http://schemas.microsoft.com/office/drawing/2014/main" id="{525151C5-82A9-E761-5B8C-9D3FFDF81ED3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234;p19">
                  <a:extLst>
                    <a:ext uri="{FF2B5EF4-FFF2-40B4-BE49-F238E27FC236}">
                      <a16:creationId xmlns:a16="http://schemas.microsoft.com/office/drawing/2014/main" id="{1E764ED9-C101-1878-8177-6C0948B38AD1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80" name="Google Shape;340;p21">
            <a:extLst>
              <a:ext uri="{FF2B5EF4-FFF2-40B4-BE49-F238E27FC236}">
                <a16:creationId xmlns:a16="http://schemas.microsoft.com/office/drawing/2014/main" id="{D940D496-CBD4-F854-7D17-EDAC015E95BB}"/>
              </a:ext>
            </a:extLst>
          </p:cNvPr>
          <p:cNvSpPr/>
          <p:nvPr/>
        </p:nvSpPr>
        <p:spPr>
          <a:xfrm>
            <a:off x="3606800" y="533400"/>
            <a:ext cx="736600" cy="698500"/>
          </a:xfrm>
          <a:prstGeom prst="cube">
            <a:avLst>
              <a:gd name="adj" fmla="val 25000"/>
            </a:avLst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2836;p49">
            <a:extLst>
              <a:ext uri="{FF2B5EF4-FFF2-40B4-BE49-F238E27FC236}">
                <a16:creationId xmlns:a16="http://schemas.microsoft.com/office/drawing/2014/main" id="{7159BEC1-9455-F122-DC23-99068440DE3D}"/>
              </a:ext>
            </a:extLst>
          </p:cNvPr>
          <p:cNvGrpSpPr/>
          <p:nvPr/>
        </p:nvGrpSpPr>
        <p:grpSpPr>
          <a:xfrm>
            <a:off x="5105400" y="558800"/>
            <a:ext cx="685800" cy="685800"/>
            <a:chOff x="5448325" y="610550"/>
            <a:chExt cx="2742700" cy="2742000"/>
          </a:xfrm>
        </p:grpSpPr>
        <p:sp>
          <p:nvSpPr>
            <p:cNvPr id="82" name="Google Shape;2837;p49">
              <a:extLst>
                <a:ext uri="{FF2B5EF4-FFF2-40B4-BE49-F238E27FC236}">
                  <a16:creationId xmlns:a16="http://schemas.microsoft.com/office/drawing/2014/main" id="{DE5503B7-C922-5FB4-3B96-20FD80775840}"/>
                </a:ext>
              </a:extLst>
            </p:cNvPr>
            <p:cNvSpPr/>
            <p:nvPr/>
          </p:nvSpPr>
          <p:spPr>
            <a:xfrm>
              <a:off x="5448325" y="6105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838;p49">
              <a:extLst>
                <a:ext uri="{FF2B5EF4-FFF2-40B4-BE49-F238E27FC236}">
                  <a16:creationId xmlns:a16="http://schemas.microsoft.com/office/drawing/2014/main" id="{21ACED91-3DB2-C8DC-88FA-7F947E8228F2}"/>
                </a:ext>
              </a:extLst>
            </p:cNvPr>
            <p:cNvSpPr/>
            <p:nvPr/>
          </p:nvSpPr>
          <p:spPr>
            <a:xfrm>
              <a:off x="5722525" y="6105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839;p49">
              <a:extLst>
                <a:ext uri="{FF2B5EF4-FFF2-40B4-BE49-F238E27FC236}">
                  <a16:creationId xmlns:a16="http://schemas.microsoft.com/office/drawing/2014/main" id="{C3CFDCF3-4CBC-899B-952A-30F35D9B5457}"/>
                </a:ext>
              </a:extLst>
            </p:cNvPr>
            <p:cNvSpPr/>
            <p:nvPr/>
          </p:nvSpPr>
          <p:spPr>
            <a:xfrm>
              <a:off x="5996725" y="6105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840;p49">
              <a:extLst>
                <a:ext uri="{FF2B5EF4-FFF2-40B4-BE49-F238E27FC236}">
                  <a16:creationId xmlns:a16="http://schemas.microsoft.com/office/drawing/2014/main" id="{464BC67D-B6E9-40CC-59EC-302D27A3A91E}"/>
                </a:ext>
              </a:extLst>
            </p:cNvPr>
            <p:cNvSpPr/>
            <p:nvPr/>
          </p:nvSpPr>
          <p:spPr>
            <a:xfrm>
              <a:off x="62709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841;p49">
              <a:extLst>
                <a:ext uri="{FF2B5EF4-FFF2-40B4-BE49-F238E27FC236}">
                  <a16:creationId xmlns:a16="http://schemas.microsoft.com/office/drawing/2014/main" id="{7819655C-57AA-000E-5615-04404101735B}"/>
                </a:ext>
              </a:extLst>
            </p:cNvPr>
            <p:cNvSpPr/>
            <p:nvPr/>
          </p:nvSpPr>
          <p:spPr>
            <a:xfrm>
              <a:off x="65451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842;p49">
              <a:extLst>
                <a:ext uri="{FF2B5EF4-FFF2-40B4-BE49-F238E27FC236}">
                  <a16:creationId xmlns:a16="http://schemas.microsoft.com/office/drawing/2014/main" id="{610D7FBB-19F0-1CB8-AD03-F7EF9C86EFE6}"/>
                </a:ext>
              </a:extLst>
            </p:cNvPr>
            <p:cNvSpPr/>
            <p:nvPr/>
          </p:nvSpPr>
          <p:spPr>
            <a:xfrm>
              <a:off x="68193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843;p49">
              <a:extLst>
                <a:ext uri="{FF2B5EF4-FFF2-40B4-BE49-F238E27FC236}">
                  <a16:creationId xmlns:a16="http://schemas.microsoft.com/office/drawing/2014/main" id="{8595027C-E0B7-4123-FA47-489262AC3F07}"/>
                </a:ext>
              </a:extLst>
            </p:cNvPr>
            <p:cNvSpPr/>
            <p:nvPr/>
          </p:nvSpPr>
          <p:spPr>
            <a:xfrm>
              <a:off x="70935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844;p49">
              <a:extLst>
                <a:ext uri="{FF2B5EF4-FFF2-40B4-BE49-F238E27FC236}">
                  <a16:creationId xmlns:a16="http://schemas.microsoft.com/office/drawing/2014/main" id="{244B0141-648F-4A8E-54BF-C6354A51BDC1}"/>
                </a:ext>
              </a:extLst>
            </p:cNvPr>
            <p:cNvSpPr/>
            <p:nvPr/>
          </p:nvSpPr>
          <p:spPr>
            <a:xfrm>
              <a:off x="73677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845;p49">
              <a:extLst>
                <a:ext uri="{FF2B5EF4-FFF2-40B4-BE49-F238E27FC236}">
                  <a16:creationId xmlns:a16="http://schemas.microsoft.com/office/drawing/2014/main" id="{9973F19A-64C2-B3E9-B0AA-F1D686C61165}"/>
                </a:ext>
              </a:extLst>
            </p:cNvPr>
            <p:cNvSpPr/>
            <p:nvPr/>
          </p:nvSpPr>
          <p:spPr>
            <a:xfrm>
              <a:off x="76419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846;p49">
              <a:extLst>
                <a:ext uri="{FF2B5EF4-FFF2-40B4-BE49-F238E27FC236}">
                  <a16:creationId xmlns:a16="http://schemas.microsoft.com/office/drawing/2014/main" id="{1D464282-2705-96CB-AF88-E0B478361BBB}"/>
                </a:ext>
              </a:extLst>
            </p:cNvPr>
            <p:cNvSpPr/>
            <p:nvPr/>
          </p:nvSpPr>
          <p:spPr>
            <a:xfrm>
              <a:off x="79161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847;p49">
              <a:extLst>
                <a:ext uri="{FF2B5EF4-FFF2-40B4-BE49-F238E27FC236}">
                  <a16:creationId xmlns:a16="http://schemas.microsoft.com/office/drawing/2014/main" id="{8967FE9C-AB5B-323B-3E0D-2BFFE1653459}"/>
                </a:ext>
              </a:extLst>
            </p:cNvPr>
            <p:cNvSpPr/>
            <p:nvPr/>
          </p:nvSpPr>
          <p:spPr>
            <a:xfrm>
              <a:off x="5448325" y="8847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848;p49">
              <a:extLst>
                <a:ext uri="{FF2B5EF4-FFF2-40B4-BE49-F238E27FC236}">
                  <a16:creationId xmlns:a16="http://schemas.microsoft.com/office/drawing/2014/main" id="{081312F4-FD1A-09F0-A038-B42735346113}"/>
                </a:ext>
              </a:extLst>
            </p:cNvPr>
            <p:cNvSpPr/>
            <p:nvPr/>
          </p:nvSpPr>
          <p:spPr>
            <a:xfrm>
              <a:off x="5722525" y="8847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849;p49">
              <a:extLst>
                <a:ext uri="{FF2B5EF4-FFF2-40B4-BE49-F238E27FC236}">
                  <a16:creationId xmlns:a16="http://schemas.microsoft.com/office/drawing/2014/main" id="{63EB6AE8-3603-8F03-7182-EDE11194589A}"/>
                </a:ext>
              </a:extLst>
            </p:cNvPr>
            <p:cNvSpPr/>
            <p:nvPr/>
          </p:nvSpPr>
          <p:spPr>
            <a:xfrm>
              <a:off x="5996725" y="8847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850;p49">
              <a:extLst>
                <a:ext uri="{FF2B5EF4-FFF2-40B4-BE49-F238E27FC236}">
                  <a16:creationId xmlns:a16="http://schemas.microsoft.com/office/drawing/2014/main" id="{E59776BB-8819-4773-FAAF-EC6C5E0CC5EF}"/>
                </a:ext>
              </a:extLst>
            </p:cNvPr>
            <p:cNvSpPr/>
            <p:nvPr/>
          </p:nvSpPr>
          <p:spPr>
            <a:xfrm>
              <a:off x="62709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851;p49">
              <a:extLst>
                <a:ext uri="{FF2B5EF4-FFF2-40B4-BE49-F238E27FC236}">
                  <a16:creationId xmlns:a16="http://schemas.microsoft.com/office/drawing/2014/main" id="{E1DF861A-2825-6EA5-1B24-6B004F9C3DC7}"/>
                </a:ext>
              </a:extLst>
            </p:cNvPr>
            <p:cNvSpPr/>
            <p:nvPr/>
          </p:nvSpPr>
          <p:spPr>
            <a:xfrm>
              <a:off x="65451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852;p49">
              <a:extLst>
                <a:ext uri="{FF2B5EF4-FFF2-40B4-BE49-F238E27FC236}">
                  <a16:creationId xmlns:a16="http://schemas.microsoft.com/office/drawing/2014/main" id="{DA6C49BB-390E-FDF2-85E8-C70815846BCD}"/>
                </a:ext>
              </a:extLst>
            </p:cNvPr>
            <p:cNvSpPr/>
            <p:nvPr/>
          </p:nvSpPr>
          <p:spPr>
            <a:xfrm>
              <a:off x="68193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853;p49">
              <a:extLst>
                <a:ext uri="{FF2B5EF4-FFF2-40B4-BE49-F238E27FC236}">
                  <a16:creationId xmlns:a16="http://schemas.microsoft.com/office/drawing/2014/main" id="{85499030-1EF8-316E-50DB-88EA7E8C2888}"/>
                </a:ext>
              </a:extLst>
            </p:cNvPr>
            <p:cNvSpPr/>
            <p:nvPr/>
          </p:nvSpPr>
          <p:spPr>
            <a:xfrm>
              <a:off x="70935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2854;p49">
              <a:extLst>
                <a:ext uri="{FF2B5EF4-FFF2-40B4-BE49-F238E27FC236}">
                  <a16:creationId xmlns:a16="http://schemas.microsoft.com/office/drawing/2014/main" id="{C8B7F58B-DDC8-ED4F-872B-6DB7E6C03444}"/>
                </a:ext>
              </a:extLst>
            </p:cNvPr>
            <p:cNvSpPr/>
            <p:nvPr/>
          </p:nvSpPr>
          <p:spPr>
            <a:xfrm>
              <a:off x="73677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2855;p49">
              <a:extLst>
                <a:ext uri="{FF2B5EF4-FFF2-40B4-BE49-F238E27FC236}">
                  <a16:creationId xmlns:a16="http://schemas.microsoft.com/office/drawing/2014/main" id="{9F9BCE62-69EC-296F-4541-5514575A0F3F}"/>
                </a:ext>
              </a:extLst>
            </p:cNvPr>
            <p:cNvSpPr/>
            <p:nvPr/>
          </p:nvSpPr>
          <p:spPr>
            <a:xfrm>
              <a:off x="76419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856;p49">
              <a:extLst>
                <a:ext uri="{FF2B5EF4-FFF2-40B4-BE49-F238E27FC236}">
                  <a16:creationId xmlns:a16="http://schemas.microsoft.com/office/drawing/2014/main" id="{D532496B-369C-E9DA-9103-66B83F068F8B}"/>
                </a:ext>
              </a:extLst>
            </p:cNvPr>
            <p:cNvSpPr/>
            <p:nvPr/>
          </p:nvSpPr>
          <p:spPr>
            <a:xfrm>
              <a:off x="79161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2857;p49">
              <a:extLst>
                <a:ext uri="{FF2B5EF4-FFF2-40B4-BE49-F238E27FC236}">
                  <a16:creationId xmlns:a16="http://schemas.microsoft.com/office/drawing/2014/main" id="{75E1D9F0-954B-09BF-1197-B73C08A635F5}"/>
                </a:ext>
              </a:extLst>
            </p:cNvPr>
            <p:cNvSpPr/>
            <p:nvPr/>
          </p:nvSpPr>
          <p:spPr>
            <a:xfrm>
              <a:off x="5449025" y="11589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858;p49">
              <a:extLst>
                <a:ext uri="{FF2B5EF4-FFF2-40B4-BE49-F238E27FC236}">
                  <a16:creationId xmlns:a16="http://schemas.microsoft.com/office/drawing/2014/main" id="{8694F2FC-BE1F-9A36-29B9-3AD5116E2FAA}"/>
                </a:ext>
              </a:extLst>
            </p:cNvPr>
            <p:cNvSpPr/>
            <p:nvPr/>
          </p:nvSpPr>
          <p:spPr>
            <a:xfrm>
              <a:off x="5723225" y="11589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859;p49">
              <a:extLst>
                <a:ext uri="{FF2B5EF4-FFF2-40B4-BE49-F238E27FC236}">
                  <a16:creationId xmlns:a16="http://schemas.microsoft.com/office/drawing/2014/main" id="{2D4AF289-344D-E003-1B15-039A219AB694}"/>
                </a:ext>
              </a:extLst>
            </p:cNvPr>
            <p:cNvSpPr/>
            <p:nvPr/>
          </p:nvSpPr>
          <p:spPr>
            <a:xfrm>
              <a:off x="5997425" y="11589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860;p49">
              <a:extLst>
                <a:ext uri="{FF2B5EF4-FFF2-40B4-BE49-F238E27FC236}">
                  <a16:creationId xmlns:a16="http://schemas.microsoft.com/office/drawing/2014/main" id="{C6A20818-858F-7779-5914-419E4C9CBD20}"/>
                </a:ext>
              </a:extLst>
            </p:cNvPr>
            <p:cNvSpPr/>
            <p:nvPr/>
          </p:nvSpPr>
          <p:spPr>
            <a:xfrm>
              <a:off x="62716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861;p49">
              <a:extLst>
                <a:ext uri="{FF2B5EF4-FFF2-40B4-BE49-F238E27FC236}">
                  <a16:creationId xmlns:a16="http://schemas.microsoft.com/office/drawing/2014/main" id="{38AB7A4D-5AE3-60F9-C55C-5D00A56C9CE6}"/>
                </a:ext>
              </a:extLst>
            </p:cNvPr>
            <p:cNvSpPr/>
            <p:nvPr/>
          </p:nvSpPr>
          <p:spPr>
            <a:xfrm>
              <a:off x="65458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862;p49">
              <a:extLst>
                <a:ext uri="{FF2B5EF4-FFF2-40B4-BE49-F238E27FC236}">
                  <a16:creationId xmlns:a16="http://schemas.microsoft.com/office/drawing/2014/main" id="{BDFF6786-42BB-D0D7-C4E8-AC913C2E7DE6}"/>
                </a:ext>
              </a:extLst>
            </p:cNvPr>
            <p:cNvSpPr/>
            <p:nvPr/>
          </p:nvSpPr>
          <p:spPr>
            <a:xfrm>
              <a:off x="68200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2863;p49">
              <a:extLst>
                <a:ext uri="{FF2B5EF4-FFF2-40B4-BE49-F238E27FC236}">
                  <a16:creationId xmlns:a16="http://schemas.microsoft.com/office/drawing/2014/main" id="{FBCDB537-0921-82D0-E931-C51E48CFCDB4}"/>
                </a:ext>
              </a:extLst>
            </p:cNvPr>
            <p:cNvSpPr/>
            <p:nvPr/>
          </p:nvSpPr>
          <p:spPr>
            <a:xfrm>
              <a:off x="70942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2864;p49">
              <a:extLst>
                <a:ext uri="{FF2B5EF4-FFF2-40B4-BE49-F238E27FC236}">
                  <a16:creationId xmlns:a16="http://schemas.microsoft.com/office/drawing/2014/main" id="{09F44F0F-9A58-3EA1-D06F-0116A967A1D4}"/>
                </a:ext>
              </a:extLst>
            </p:cNvPr>
            <p:cNvSpPr/>
            <p:nvPr/>
          </p:nvSpPr>
          <p:spPr>
            <a:xfrm>
              <a:off x="73684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2865;p49">
              <a:extLst>
                <a:ext uri="{FF2B5EF4-FFF2-40B4-BE49-F238E27FC236}">
                  <a16:creationId xmlns:a16="http://schemas.microsoft.com/office/drawing/2014/main" id="{E380D6F0-F945-39D6-EE7F-0E3F190BEE5C}"/>
                </a:ext>
              </a:extLst>
            </p:cNvPr>
            <p:cNvSpPr/>
            <p:nvPr/>
          </p:nvSpPr>
          <p:spPr>
            <a:xfrm>
              <a:off x="76426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2866;p49">
              <a:extLst>
                <a:ext uri="{FF2B5EF4-FFF2-40B4-BE49-F238E27FC236}">
                  <a16:creationId xmlns:a16="http://schemas.microsoft.com/office/drawing/2014/main" id="{EB7D243A-7D0F-8A71-9C5D-4380E816329C}"/>
                </a:ext>
              </a:extLst>
            </p:cNvPr>
            <p:cNvSpPr/>
            <p:nvPr/>
          </p:nvSpPr>
          <p:spPr>
            <a:xfrm>
              <a:off x="79168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2867;p49">
              <a:extLst>
                <a:ext uri="{FF2B5EF4-FFF2-40B4-BE49-F238E27FC236}">
                  <a16:creationId xmlns:a16="http://schemas.microsoft.com/office/drawing/2014/main" id="{791D89FC-DB1A-A159-F805-C221BD28F64F}"/>
                </a:ext>
              </a:extLst>
            </p:cNvPr>
            <p:cNvSpPr/>
            <p:nvPr/>
          </p:nvSpPr>
          <p:spPr>
            <a:xfrm>
              <a:off x="54490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2868;p49">
              <a:extLst>
                <a:ext uri="{FF2B5EF4-FFF2-40B4-BE49-F238E27FC236}">
                  <a16:creationId xmlns:a16="http://schemas.microsoft.com/office/drawing/2014/main" id="{40473EF6-D4AB-10E1-4AD2-B4C82080D852}"/>
                </a:ext>
              </a:extLst>
            </p:cNvPr>
            <p:cNvSpPr/>
            <p:nvPr/>
          </p:nvSpPr>
          <p:spPr>
            <a:xfrm>
              <a:off x="57232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2869;p49">
              <a:extLst>
                <a:ext uri="{FF2B5EF4-FFF2-40B4-BE49-F238E27FC236}">
                  <a16:creationId xmlns:a16="http://schemas.microsoft.com/office/drawing/2014/main" id="{5B24E873-8001-4FE3-042C-B9A571DE32A6}"/>
                </a:ext>
              </a:extLst>
            </p:cNvPr>
            <p:cNvSpPr/>
            <p:nvPr/>
          </p:nvSpPr>
          <p:spPr>
            <a:xfrm>
              <a:off x="59974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2870;p49">
              <a:extLst>
                <a:ext uri="{FF2B5EF4-FFF2-40B4-BE49-F238E27FC236}">
                  <a16:creationId xmlns:a16="http://schemas.microsoft.com/office/drawing/2014/main" id="{0344CB06-0ABE-9E17-2A2B-105D68A0EDDB}"/>
                </a:ext>
              </a:extLst>
            </p:cNvPr>
            <p:cNvSpPr/>
            <p:nvPr/>
          </p:nvSpPr>
          <p:spPr>
            <a:xfrm>
              <a:off x="62716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2871;p49">
              <a:extLst>
                <a:ext uri="{FF2B5EF4-FFF2-40B4-BE49-F238E27FC236}">
                  <a16:creationId xmlns:a16="http://schemas.microsoft.com/office/drawing/2014/main" id="{58821FC1-5DF3-2BAD-488E-5AB8AFE634BD}"/>
                </a:ext>
              </a:extLst>
            </p:cNvPr>
            <p:cNvSpPr/>
            <p:nvPr/>
          </p:nvSpPr>
          <p:spPr>
            <a:xfrm>
              <a:off x="65458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2872;p49">
              <a:extLst>
                <a:ext uri="{FF2B5EF4-FFF2-40B4-BE49-F238E27FC236}">
                  <a16:creationId xmlns:a16="http://schemas.microsoft.com/office/drawing/2014/main" id="{76534400-01FB-542E-EDB3-C3D68FBD4729}"/>
                </a:ext>
              </a:extLst>
            </p:cNvPr>
            <p:cNvSpPr/>
            <p:nvPr/>
          </p:nvSpPr>
          <p:spPr>
            <a:xfrm>
              <a:off x="68200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2873;p49">
              <a:extLst>
                <a:ext uri="{FF2B5EF4-FFF2-40B4-BE49-F238E27FC236}">
                  <a16:creationId xmlns:a16="http://schemas.microsoft.com/office/drawing/2014/main" id="{FEBB670D-EDF8-CE2B-73F3-9986D7A6B373}"/>
                </a:ext>
              </a:extLst>
            </p:cNvPr>
            <p:cNvSpPr/>
            <p:nvPr/>
          </p:nvSpPr>
          <p:spPr>
            <a:xfrm>
              <a:off x="70942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2874;p49">
              <a:extLst>
                <a:ext uri="{FF2B5EF4-FFF2-40B4-BE49-F238E27FC236}">
                  <a16:creationId xmlns:a16="http://schemas.microsoft.com/office/drawing/2014/main" id="{7AB56D8C-AF34-25FD-0BB7-647DF14F7B48}"/>
                </a:ext>
              </a:extLst>
            </p:cNvPr>
            <p:cNvSpPr/>
            <p:nvPr/>
          </p:nvSpPr>
          <p:spPr>
            <a:xfrm>
              <a:off x="73684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2875;p49">
              <a:extLst>
                <a:ext uri="{FF2B5EF4-FFF2-40B4-BE49-F238E27FC236}">
                  <a16:creationId xmlns:a16="http://schemas.microsoft.com/office/drawing/2014/main" id="{3F356658-9C3F-9194-DA4A-A0AA66D70B6B}"/>
                </a:ext>
              </a:extLst>
            </p:cNvPr>
            <p:cNvSpPr/>
            <p:nvPr/>
          </p:nvSpPr>
          <p:spPr>
            <a:xfrm>
              <a:off x="76426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2876;p49">
              <a:extLst>
                <a:ext uri="{FF2B5EF4-FFF2-40B4-BE49-F238E27FC236}">
                  <a16:creationId xmlns:a16="http://schemas.microsoft.com/office/drawing/2014/main" id="{C2B2EB38-5485-772B-3DCB-359788286E5B}"/>
                </a:ext>
              </a:extLst>
            </p:cNvPr>
            <p:cNvSpPr/>
            <p:nvPr/>
          </p:nvSpPr>
          <p:spPr>
            <a:xfrm>
              <a:off x="79168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2877;p49">
              <a:extLst>
                <a:ext uri="{FF2B5EF4-FFF2-40B4-BE49-F238E27FC236}">
                  <a16:creationId xmlns:a16="http://schemas.microsoft.com/office/drawing/2014/main" id="{5265723F-A401-97F1-B022-47128DD10E6D}"/>
                </a:ext>
              </a:extLst>
            </p:cNvPr>
            <p:cNvSpPr/>
            <p:nvPr/>
          </p:nvSpPr>
          <p:spPr>
            <a:xfrm>
              <a:off x="54490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2878;p49">
              <a:extLst>
                <a:ext uri="{FF2B5EF4-FFF2-40B4-BE49-F238E27FC236}">
                  <a16:creationId xmlns:a16="http://schemas.microsoft.com/office/drawing/2014/main" id="{F46D07BE-2DC8-1886-B68D-29BBA389A0F9}"/>
                </a:ext>
              </a:extLst>
            </p:cNvPr>
            <p:cNvSpPr/>
            <p:nvPr/>
          </p:nvSpPr>
          <p:spPr>
            <a:xfrm>
              <a:off x="57232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2879;p49">
              <a:extLst>
                <a:ext uri="{FF2B5EF4-FFF2-40B4-BE49-F238E27FC236}">
                  <a16:creationId xmlns:a16="http://schemas.microsoft.com/office/drawing/2014/main" id="{21B287DD-3683-4CDF-41F6-7CB11917FFFA}"/>
                </a:ext>
              </a:extLst>
            </p:cNvPr>
            <p:cNvSpPr/>
            <p:nvPr/>
          </p:nvSpPr>
          <p:spPr>
            <a:xfrm>
              <a:off x="59974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2880;p49">
              <a:extLst>
                <a:ext uri="{FF2B5EF4-FFF2-40B4-BE49-F238E27FC236}">
                  <a16:creationId xmlns:a16="http://schemas.microsoft.com/office/drawing/2014/main" id="{D611EDE5-E88D-F6B3-A235-F3E9D488E44A}"/>
                </a:ext>
              </a:extLst>
            </p:cNvPr>
            <p:cNvSpPr/>
            <p:nvPr/>
          </p:nvSpPr>
          <p:spPr>
            <a:xfrm>
              <a:off x="62716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2881;p49">
              <a:extLst>
                <a:ext uri="{FF2B5EF4-FFF2-40B4-BE49-F238E27FC236}">
                  <a16:creationId xmlns:a16="http://schemas.microsoft.com/office/drawing/2014/main" id="{9E7B84B1-81AD-E176-A16C-43B6DD656C7C}"/>
                </a:ext>
              </a:extLst>
            </p:cNvPr>
            <p:cNvSpPr/>
            <p:nvPr/>
          </p:nvSpPr>
          <p:spPr>
            <a:xfrm>
              <a:off x="65458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2882;p49">
              <a:extLst>
                <a:ext uri="{FF2B5EF4-FFF2-40B4-BE49-F238E27FC236}">
                  <a16:creationId xmlns:a16="http://schemas.microsoft.com/office/drawing/2014/main" id="{9587A851-F856-D845-931F-0B472D81663E}"/>
                </a:ext>
              </a:extLst>
            </p:cNvPr>
            <p:cNvSpPr/>
            <p:nvPr/>
          </p:nvSpPr>
          <p:spPr>
            <a:xfrm>
              <a:off x="68200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883;p49">
              <a:extLst>
                <a:ext uri="{FF2B5EF4-FFF2-40B4-BE49-F238E27FC236}">
                  <a16:creationId xmlns:a16="http://schemas.microsoft.com/office/drawing/2014/main" id="{52566915-E543-E73E-43DA-0EFF70EEFCD7}"/>
                </a:ext>
              </a:extLst>
            </p:cNvPr>
            <p:cNvSpPr/>
            <p:nvPr/>
          </p:nvSpPr>
          <p:spPr>
            <a:xfrm>
              <a:off x="70942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884;p49">
              <a:extLst>
                <a:ext uri="{FF2B5EF4-FFF2-40B4-BE49-F238E27FC236}">
                  <a16:creationId xmlns:a16="http://schemas.microsoft.com/office/drawing/2014/main" id="{3F944DF0-C4F0-FF1D-D4DD-16E9FE8CB730}"/>
                </a:ext>
              </a:extLst>
            </p:cNvPr>
            <p:cNvSpPr/>
            <p:nvPr/>
          </p:nvSpPr>
          <p:spPr>
            <a:xfrm>
              <a:off x="73684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885;p49">
              <a:extLst>
                <a:ext uri="{FF2B5EF4-FFF2-40B4-BE49-F238E27FC236}">
                  <a16:creationId xmlns:a16="http://schemas.microsoft.com/office/drawing/2014/main" id="{409116A4-9EEC-1583-B9A7-06295BD31DC2}"/>
                </a:ext>
              </a:extLst>
            </p:cNvPr>
            <p:cNvSpPr/>
            <p:nvPr/>
          </p:nvSpPr>
          <p:spPr>
            <a:xfrm>
              <a:off x="76426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886;p49">
              <a:extLst>
                <a:ext uri="{FF2B5EF4-FFF2-40B4-BE49-F238E27FC236}">
                  <a16:creationId xmlns:a16="http://schemas.microsoft.com/office/drawing/2014/main" id="{6F996444-294E-7A11-8A1F-CE8BA095DB4E}"/>
                </a:ext>
              </a:extLst>
            </p:cNvPr>
            <p:cNvSpPr/>
            <p:nvPr/>
          </p:nvSpPr>
          <p:spPr>
            <a:xfrm>
              <a:off x="79168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887;p49">
              <a:extLst>
                <a:ext uri="{FF2B5EF4-FFF2-40B4-BE49-F238E27FC236}">
                  <a16:creationId xmlns:a16="http://schemas.microsoft.com/office/drawing/2014/main" id="{1E9525DC-6B75-A280-F800-CE6D663223BE}"/>
                </a:ext>
              </a:extLst>
            </p:cNvPr>
            <p:cNvSpPr/>
            <p:nvPr/>
          </p:nvSpPr>
          <p:spPr>
            <a:xfrm>
              <a:off x="54483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888;p49">
              <a:extLst>
                <a:ext uri="{FF2B5EF4-FFF2-40B4-BE49-F238E27FC236}">
                  <a16:creationId xmlns:a16="http://schemas.microsoft.com/office/drawing/2014/main" id="{639FD945-8CE9-61A5-A04E-13CCD5F01B2D}"/>
                </a:ext>
              </a:extLst>
            </p:cNvPr>
            <p:cNvSpPr/>
            <p:nvPr/>
          </p:nvSpPr>
          <p:spPr>
            <a:xfrm>
              <a:off x="57225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889;p49">
              <a:extLst>
                <a:ext uri="{FF2B5EF4-FFF2-40B4-BE49-F238E27FC236}">
                  <a16:creationId xmlns:a16="http://schemas.microsoft.com/office/drawing/2014/main" id="{083185A8-4E11-4E28-ED21-D4BE3857E30A}"/>
                </a:ext>
              </a:extLst>
            </p:cNvPr>
            <p:cNvSpPr/>
            <p:nvPr/>
          </p:nvSpPr>
          <p:spPr>
            <a:xfrm>
              <a:off x="59967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890;p49">
              <a:extLst>
                <a:ext uri="{FF2B5EF4-FFF2-40B4-BE49-F238E27FC236}">
                  <a16:creationId xmlns:a16="http://schemas.microsoft.com/office/drawing/2014/main" id="{45F12354-7ED4-BE73-28DD-32F69002D223}"/>
                </a:ext>
              </a:extLst>
            </p:cNvPr>
            <p:cNvSpPr/>
            <p:nvPr/>
          </p:nvSpPr>
          <p:spPr>
            <a:xfrm>
              <a:off x="62709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891;p49">
              <a:extLst>
                <a:ext uri="{FF2B5EF4-FFF2-40B4-BE49-F238E27FC236}">
                  <a16:creationId xmlns:a16="http://schemas.microsoft.com/office/drawing/2014/main" id="{3C30FC71-23B8-239B-D53B-6742796E2F79}"/>
                </a:ext>
              </a:extLst>
            </p:cNvPr>
            <p:cNvSpPr/>
            <p:nvPr/>
          </p:nvSpPr>
          <p:spPr>
            <a:xfrm>
              <a:off x="65451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892;p49">
              <a:extLst>
                <a:ext uri="{FF2B5EF4-FFF2-40B4-BE49-F238E27FC236}">
                  <a16:creationId xmlns:a16="http://schemas.microsoft.com/office/drawing/2014/main" id="{82DA15AD-F4CE-F0F4-AE0A-7D6D7B4E2040}"/>
                </a:ext>
              </a:extLst>
            </p:cNvPr>
            <p:cNvSpPr/>
            <p:nvPr/>
          </p:nvSpPr>
          <p:spPr>
            <a:xfrm>
              <a:off x="68193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893;p49">
              <a:extLst>
                <a:ext uri="{FF2B5EF4-FFF2-40B4-BE49-F238E27FC236}">
                  <a16:creationId xmlns:a16="http://schemas.microsoft.com/office/drawing/2014/main" id="{32DB61CF-5763-05EE-AA77-23D26838175F}"/>
                </a:ext>
              </a:extLst>
            </p:cNvPr>
            <p:cNvSpPr/>
            <p:nvPr/>
          </p:nvSpPr>
          <p:spPr>
            <a:xfrm>
              <a:off x="70935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894;p49">
              <a:extLst>
                <a:ext uri="{FF2B5EF4-FFF2-40B4-BE49-F238E27FC236}">
                  <a16:creationId xmlns:a16="http://schemas.microsoft.com/office/drawing/2014/main" id="{ADB37108-7EEF-966F-06E3-B85B1D27410E}"/>
                </a:ext>
              </a:extLst>
            </p:cNvPr>
            <p:cNvSpPr/>
            <p:nvPr/>
          </p:nvSpPr>
          <p:spPr>
            <a:xfrm>
              <a:off x="73677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895;p49">
              <a:extLst>
                <a:ext uri="{FF2B5EF4-FFF2-40B4-BE49-F238E27FC236}">
                  <a16:creationId xmlns:a16="http://schemas.microsoft.com/office/drawing/2014/main" id="{4C23BDA7-534E-1D58-59C7-A7D525CAC169}"/>
                </a:ext>
              </a:extLst>
            </p:cNvPr>
            <p:cNvSpPr/>
            <p:nvPr/>
          </p:nvSpPr>
          <p:spPr>
            <a:xfrm>
              <a:off x="76419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896;p49">
              <a:extLst>
                <a:ext uri="{FF2B5EF4-FFF2-40B4-BE49-F238E27FC236}">
                  <a16:creationId xmlns:a16="http://schemas.microsoft.com/office/drawing/2014/main" id="{6F3C52C5-28B5-1360-64F0-657171D5EFAF}"/>
                </a:ext>
              </a:extLst>
            </p:cNvPr>
            <p:cNvSpPr/>
            <p:nvPr/>
          </p:nvSpPr>
          <p:spPr>
            <a:xfrm>
              <a:off x="79161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897;p49">
              <a:extLst>
                <a:ext uri="{FF2B5EF4-FFF2-40B4-BE49-F238E27FC236}">
                  <a16:creationId xmlns:a16="http://schemas.microsoft.com/office/drawing/2014/main" id="{E6FAB0EF-D5B0-9770-C008-9DD88434BC85}"/>
                </a:ext>
              </a:extLst>
            </p:cNvPr>
            <p:cNvSpPr/>
            <p:nvPr/>
          </p:nvSpPr>
          <p:spPr>
            <a:xfrm>
              <a:off x="54483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898;p49">
              <a:extLst>
                <a:ext uri="{FF2B5EF4-FFF2-40B4-BE49-F238E27FC236}">
                  <a16:creationId xmlns:a16="http://schemas.microsoft.com/office/drawing/2014/main" id="{67DAB758-EE58-3A4F-97C1-CC6F143F8D04}"/>
                </a:ext>
              </a:extLst>
            </p:cNvPr>
            <p:cNvSpPr/>
            <p:nvPr/>
          </p:nvSpPr>
          <p:spPr>
            <a:xfrm>
              <a:off x="57225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899;p49">
              <a:extLst>
                <a:ext uri="{FF2B5EF4-FFF2-40B4-BE49-F238E27FC236}">
                  <a16:creationId xmlns:a16="http://schemas.microsoft.com/office/drawing/2014/main" id="{F62909F4-F521-AE35-C82D-E69A3F44034B}"/>
                </a:ext>
              </a:extLst>
            </p:cNvPr>
            <p:cNvSpPr/>
            <p:nvPr/>
          </p:nvSpPr>
          <p:spPr>
            <a:xfrm>
              <a:off x="59967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900;p49">
              <a:extLst>
                <a:ext uri="{FF2B5EF4-FFF2-40B4-BE49-F238E27FC236}">
                  <a16:creationId xmlns:a16="http://schemas.microsoft.com/office/drawing/2014/main" id="{4821B4EF-103B-749B-17D1-DFC260915AE5}"/>
                </a:ext>
              </a:extLst>
            </p:cNvPr>
            <p:cNvSpPr/>
            <p:nvPr/>
          </p:nvSpPr>
          <p:spPr>
            <a:xfrm>
              <a:off x="62709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901;p49">
              <a:extLst>
                <a:ext uri="{FF2B5EF4-FFF2-40B4-BE49-F238E27FC236}">
                  <a16:creationId xmlns:a16="http://schemas.microsoft.com/office/drawing/2014/main" id="{C166008B-DE30-F0C6-8B6F-CA43A422A434}"/>
                </a:ext>
              </a:extLst>
            </p:cNvPr>
            <p:cNvSpPr/>
            <p:nvPr/>
          </p:nvSpPr>
          <p:spPr>
            <a:xfrm>
              <a:off x="65451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2902;p49">
              <a:extLst>
                <a:ext uri="{FF2B5EF4-FFF2-40B4-BE49-F238E27FC236}">
                  <a16:creationId xmlns:a16="http://schemas.microsoft.com/office/drawing/2014/main" id="{8D7F0480-1524-309D-E2AF-0786D6FC25D2}"/>
                </a:ext>
              </a:extLst>
            </p:cNvPr>
            <p:cNvSpPr/>
            <p:nvPr/>
          </p:nvSpPr>
          <p:spPr>
            <a:xfrm>
              <a:off x="68193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2903;p49">
              <a:extLst>
                <a:ext uri="{FF2B5EF4-FFF2-40B4-BE49-F238E27FC236}">
                  <a16:creationId xmlns:a16="http://schemas.microsoft.com/office/drawing/2014/main" id="{93D983E6-E500-E63D-D014-6355C27264DA}"/>
                </a:ext>
              </a:extLst>
            </p:cNvPr>
            <p:cNvSpPr/>
            <p:nvPr/>
          </p:nvSpPr>
          <p:spPr>
            <a:xfrm>
              <a:off x="70935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2904;p49">
              <a:extLst>
                <a:ext uri="{FF2B5EF4-FFF2-40B4-BE49-F238E27FC236}">
                  <a16:creationId xmlns:a16="http://schemas.microsoft.com/office/drawing/2014/main" id="{F9028492-29C5-C88D-6AAF-C3A0F7A9B358}"/>
                </a:ext>
              </a:extLst>
            </p:cNvPr>
            <p:cNvSpPr/>
            <p:nvPr/>
          </p:nvSpPr>
          <p:spPr>
            <a:xfrm>
              <a:off x="73677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2905;p49">
              <a:extLst>
                <a:ext uri="{FF2B5EF4-FFF2-40B4-BE49-F238E27FC236}">
                  <a16:creationId xmlns:a16="http://schemas.microsoft.com/office/drawing/2014/main" id="{D86EA77F-57D9-28E9-E33B-A19BF6E2EAB1}"/>
                </a:ext>
              </a:extLst>
            </p:cNvPr>
            <p:cNvSpPr/>
            <p:nvPr/>
          </p:nvSpPr>
          <p:spPr>
            <a:xfrm>
              <a:off x="76419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2906;p49">
              <a:extLst>
                <a:ext uri="{FF2B5EF4-FFF2-40B4-BE49-F238E27FC236}">
                  <a16:creationId xmlns:a16="http://schemas.microsoft.com/office/drawing/2014/main" id="{1B63D57F-A234-6A94-9131-F9D039FCCC30}"/>
                </a:ext>
              </a:extLst>
            </p:cNvPr>
            <p:cNvSpPr/>
            <p:nvPr/>
          </p:nvSpPr>
          <p:spPr>
            <a:xfrm>
              <a:off x="79161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2907;p49">
              <a:extLst>
                <a:ext uri="{FF2B5EF4-FFF2-40B4-BE49-F238E27FC236}">
                  <a16:creationId xmlns:a16="http://schemas.microsoft.com/office/drawing/2014/main" id="{5AF70F71-9367-0318-4FCD-64F990FB5724}"/>
                </a:ext>
              </a:extLst>
            </p:cNvPr>
            <p:cNvSpPr/>
            <p:nvPr/>
          </p:nvSpPr>
          <p:spPr>
            <a:xfrm>
              <a:off x="54490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2908;p49">
              <a:extLst>
                <a:ext uri="{FF2B5EF4-FFF2-40B4-BE49-F238E27FC236}">
                  <a16:creationId xmlns:a16="http://schemas.microsoft.com/office/drawing/2014/main" id="{8A733E33-9905-16E1-9228-03E18E9D83AA}"/>
                </a:ext>
              </a:extLst>
            </p:cNvPr>
            <p:cNvSpPr/>
            <p:nvPr/>
          </p:nvSpPr>
          <p:spPr>
            <a:xfrm>
              <a:off x="57232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2909;p49">
              <a:extLst>
                <a:ext uri="{FF2B5EF4-FFF2-40B4-BE49-F238E27FC236}">
                  <a16:creationId xmlns:a16="http://schemas.microsoft.com/office/drawing/2014/main" id="{B6BCF87D-3AC0-0E89-836C-3B04E5E17C0C}"/>
                </a:ext>
              </a:extLst>
            </p:cNvPr>
            <p:cNvSpPr/>
            <p:nvPr/>
          </p:nvSpPr>
          <p:spPr>
            <a:xfrm>
              <a:off x="59974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2910;p49">
              <a:extLst>
                <a:ext uri="{FF2B5EF4-FFF2-40B4-BE49-F238E27FC236}">
                  <a16:creationId xmlns:a16="http://schemas.microsoft.com/office/drawing/2014/main" id="{5C9E6B7B-63FF-EA5C-B9FD-7A3C8AAC4875}"/>
                </a:ext>
              </a:extLst>
            </p:cNvPr>
            <p:cNvSpPr/>
            <p:nvPr/>
          </p:nvSpPr>
          <p:spPr>
            <a:xfrm>
              <a:off x="62716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2911;p49">
              <a:extLst>
                <a:ext uri="{FF2B5EF4-FFF2-40B4-BE49-F238E27FC236}">
                  <a16:creationId xmlns:a16="http://schemas.microsoft.com/office/drawing/2014/main" id="{F434DC7D-B1FC-6275-D0F6-BE51624506D3}"/>
                </a:ext>
              </a:extLst>
            </p:cNvPr>
            <p:cNvSpPr/>
            <p:nvPr/>
          </p:nvSpPr>
          <p:spPr>
            <a:xfrm>
              <a:off x="65458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2912;p49">
              <a:extLst>
                <a:ext uri="{FF2B5EF4-FFF2-40B4-BE49-F238E27FC236}">
                  <a16:creationId xmlns:a16="http://schemas.microsoft.com/office/drawing/2014/main" id="{4BA57F7A-C310-C6F7-2ECE-BCCEF8A71968}"/>
                </a:ext>
              </a:extLst>
            </p:cNvPr>
            <p:cNvSpPr/>
            <p:nvPr/>
          </p:nvSpPr>
          <p:spPr>
            <a:xfrm>
              <a:off x="68200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2913;p49">
              <a:extLst>
                <a:ext uri="{FF2B5EF4-FFF2-40B4-BE49-F238E27FC236}">
                  <a16:creationId xmlns:a16="http://schemas.microsoft.com/office/drawing/2014/main" id="{73F19E33-628E-2392-ADCE-1FE53958FCDC}"/>
                </a:ext>
              </a:extLst>
            </p:cNvPr>
            <p:cNvSpPr/>
            <p:nvPr/>
          </p:nvSpPr>
          <p:spPr>
            <a:xfrm>
              <a:off x="70942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2914;p49">
              <a:extLst>
                <a:ext uri="{FF2B5EF4-FFF2-40B4-BE49-F238E27FC236}">
                  <a16:creationId xmlns:a16="http://schemas.microsoft.com/office/drawing/2014/main" id="{E36E5D26-64F4-CA29-4C7D-4408AB5956D5}"/>
                </a:ext>
              </a:extLst>
            </p:cNvPr>
            <p:cNvSpPr/>
            <p:nvPr/>
          </p:nvSpPr>
          <p:spPr>
            <a:xfrm>
              <a:off x="73684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2915;p49">
              <a:extLst>
                <a:ext uri="{FF2B5EF4-FFF2-40B4-BE49-F238E27FC236}">
                  <a16:creationId xmlns:a16="http://schemas.microsoft.com/office/drawing/2014/main" id="{9A1E163B-2977-BE1C-64A8-1FE2F1B7382D}"/>
                </a:ext>
              </a:extLst>
            </p:cNvPr>
            <p:cNvSpPr/>
            <p:nvPr/>
          </p:nvSpPr>
          <p:spPr>
            <a:xfrm>
              <a:off x="76426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2916;p49">
              <a:extLst>
                <a:ext uri="{FF2B5EF4-FFF2-40B4-BE49-F238E27FC236}">
                  <a16:creationId xmlns:a16="http://schemas.microsoft.com/office/drawing/2014/main" id="{6FAF18BB-78D0-72BD-41AE-E5B3EA6B718C}"/>
                </a:ext>
              </a:extLst>
            </p:cNvPr>
            <p:cNvSpPr/>
            <p:nvPr/>
          </p:nvSpPr>
          <p:spPr>
            <a:xfrm>
              <a:off x="79168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917;p49">
              <a:extLst>
                <a:ext uri="{FF2B5EF4-FFF2-40B4-BE49-F238E27FC236}">
                  <a16:creationId xmlns:a16="http://schemas.microsoft.com/office/drawing/2014/main" id="{077F689E-50CE-A563-7EDC-3760B2247FAD}"/>
                </a:ext>
              </a:extLst>
            </p:cNvPr>
            <p:cNvSpPr/>
            <p:nvPr/>
          </p:nvSpPr>
          <p:spPr>
            <a:xfrm>
              <a:off x="54490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918;p49">
              <a:extLst>
                <a:ext uri="{FF2B5EF4-FFF2-40B4-BE49-F238E27FC236}">
                  <a16:creationId xmlns:a16="http://schemas.microsoft.com/office/drawing/2014/main" id="{E049AA67-2514-E209-191D-615A22A111E1}"/>
                </a:ext>
              </a:extLst>
            </p:cNvPr>
            <p:cNvSpPr/>
            <p:nvPr/>
          </p:nvSpPr>
          <p:spPr>
            <a:xfrm>
              <a:off x="57232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919;p49">
              <a:extLst>
                <a:ext uri="{FF2B5EF4-FFF2-40B4-BE49-F238E27FC236}">
                  <a16:creationId xmlns:a16="http://schemas.microsoft.com/office/drawing/2014/main" id="{070D4F38-6ADA-75E0-9AAB-93F8F3C56E69}"/>
                </a:ext>
              </a:extLst>
            </p:cNvPr>
            <p:cNvSpPr/>
            <p:nvPr/>
          </p:nvSpPr>
          <p:spPr>
            <a:xfrm>
              <a:off x="59974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920;p49">
              <a:extLst>
                <a:ext uri="{FF2B5EF4-FFF2-40B4-BE49-F238E27FC236}">
                  <a16:creationId xmlns:a16="http://schemas.microsoft.com/office/drawing/2014/main" id="{28F05C47-763B-0890-1AB0-BBC436FD66F6}"/>
                </a:ext>
              </a:extLst>
            </p:cNvPr>
            <p:cNvSpPr/>
            <p:nvPr/>
          </p:nvSpPr>
          <p:spPr>
            <a:xfrm>
              <a:off x="62716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921;p49">
              <a:extLst>
                <a:ext uri="{FF2B5EF4-FFF2-40B4-BE49-F238E27FC236}">
                  <a16:creationId xmlns:a16="http://schemas.microsoft.com/office/drawing/2014/main" id="{3F666656-080C-2E74-A698-7077268ED3AC}"/>
                </a:ext>
              </a:extLst>
            </p:cNvPr>
            <p:cNvSpPr/>
            <p:nvPr/>
          </p:nvSpPr>
          <p:spPr>
            <a:xfrm>
              <a:off x="65458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922;p49">
              <a:extLst>
                <a:ext uri="{FF2B5EF4-FFF2-40B4-BE49-F238E27FC236}">
                  <a16:creationId xmlns:a16="http://schemas.microsoft.com/office/drawing/2014/main" id="{E991B618-49DC-5A31-0A3F-394B54D6A192}"/>
                </a:ext>
              </a:extLst>
            </p:cNvPr>
            <p:cNvSpPr/>
            <p:nvPr/>
          </p:nvSpPr>
          <p:spPr>
            <a:xfrm>
              <a:off x="68200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923;p49">
              <a:extLst>
                <a:ext uri="{FF2B5EF4-FFF2-40B4-BE49-F238E27FC236}">
                  <a16:creationId xmlns:a16="http://schemas.microsoft.com/office/drawing/2014/main" id="{35D7F8FE-EFEF-B6D8-F919-61A5D1424902}"/>
                </a:ext>
              </a:extLst>
            </p:cNvPr>
            <p:cNvSpPr/>
            <p:nvPr/>
          </p:nvSpPr>
          <p:spPr>
            <a:xfrm>
              <a:off x="70942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924;p49">
              <a:extLst>
                <a:ext uri="{FF2B5EF4-FFF2-40B4-BE49-F238E27FC236}">
                  <a16:creationId xmlns:a16="http://schemas.microsoft.com/office/drawing/2014/main" id="{41F43986-F922-699D-1593-43431C0B02F8}"/>
                </a:ext>
              </a:extLst>
            </p:cNvPr>
            <p:cNvSpPr/>
            <p:nvPr/>
          </p:nvSpPr>
          <p:spPr>
            <a:xfrm>
              <a:off x="73684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2925;p49">
              <a:extLst>
                <a:ext uri="{FF2B5EF4-FFF2-40B4-BE49-F238E27FC236}">
                  <a16:creationId xmlns:a16="http://schemas.microsoft.com/office/drawing/2014/main" id="{01F5F152-A0A4-B767-325F-7E79F0164177}"/>
                </a:ext>
              </a:extLst>
            </p:cNvPr>
            <p:cNvSpPr/>
            <p:nvPr/>
          </p:nvSpPr>
          <p:spPr>
            <a:xfrm>
              <a:off x="76426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2926;p49">
              <a:extLst>
                <a:ext uri="{FF2B5EF4-FFF2-40B4-BE49-F238E27FC236}">
                  <a16:creationId xmlns:a16="http://schemas.microsoft.com/office/drawing/2014/main" id="{0AB548B9-B25F-28BA-A4F0-CEA7BF24ABE6}"/>
                </a:ext>
              </a:extLst>
            </p:cNvPr>
            <p:cNvSpPr/>
            <p:nvPr/>
          </p:nvSpPr>
          <p:spPr>
            <a:xfrm>
              <a:off x="79168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927;p49">
              <a:extLst>
                <a:ext uri="{FF2B5EF4-FFF2-40B4-BE49-F238E27FC236}">
                  <a16:creationId xmlns:a16="http://schemas.microsoft.com/office/drawing/2014/main" id="{8F551641-8770-1E19-FD74-5548ADFB797A}"/>
                </a:ext>
              </a:extLst>
            </p:cNvPr>
            <p:cNvSpPr/>
            <p:nvPr/>
          </p:nvSpPr>
          <p:spPr>
            <a:xfrm>
              <a:off x="54490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928;p49">
              <a:extLst>
                <a:ext uri="{FF2B5EF4-FFF2-40B4-BE49-F238E27FC236}">
                  <a16:creationId xmlns:a16="http://schemas.microsoft.com/office/drawing/2014/main" id="{5A0765F2-F055-C767-9D25-877C66C838C6}"/>
                </a:ext>
              </a:extLst>
            </p:cNvPr>
            <p:cNvSpPr/>
            <p:nvPr/>
          </p:nvSpPr>
          <p:spPr>
            <a:xfrm>
              <a:off x="57232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929;p49">
              <a:extLst>
                <a:ext uri="{FF2B5EF4-FFF2-40B4-BE49-F238E27FC236}">
                  <a16:creationId xmlns:a16="http://schemas.microsoft.com/office/drawing/2014/main" id="{376550ED-6C15-BC9B-0D50-9D3070797413}"/>
                </a:ext>
              </a:extLst>
            </p:cNvPr>
            <p:cNvSpPr/>
            <p:nvPr/>
          </p:nvSpPr>
          <p:spPr>
            <a:xfrm>
              <a:off x="59974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930;p49">
              <a:extLst>
                <a:ext uri="{FF2B5EF4-FFF2-40B4-BE49-F238E27FC236}">
                  <a16:creationId xmlns:a16="http://schemas.microsoft.com/office/drawing/2014/main" id="{725F8AD5-531C-C730-DE11-0E137104CE56}"/>
                </a:ext>
              </a:extLst>
            </p:cNvPr>
            <p:cNvSpPr/>
            <p:nvPr/>
          </p:nvSpPr>
          <p:spPr>
            <a:xfrm>
              <a:off x="62716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2931;p49">
              <a:extLst>
                <a:ext uri="{FF2B5EF4-FFF2-40B4-BE49-F238E27FC236}">
                  <a16:creationId xmlns:a16="http://schemas.microsoft.com/office/drawing/2014/main" id="{FA625A5D-C232-78E8-E339-CCDDBF7C9726}"/>
                </a:ext>
              </a:extLst>
            </p:cNvPr>
            <p:cNvSpPr/>
            <p:nvPr/>
          </p:nvSpPr>
          <p:spPr>
            <a:xfrm>
              <a:off x="65458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932;p49">
              <a:extLst>
                <a:ext uri="{FF2B5EF4-FFF2-40B4-BE49-F238E27FC236}">
                  <a16:creationId xmlns:a16="http://schemas.microsoft.com/office/drawing/2014/main" id="{31402028-F15F-3054-6841-4689A9F006A6}"/>
                </a:ext>
              </a:extLst>
            </p:cNvPr>
            <p:cNvSpPr/>
            <p:nvPr/>
          </p:nvSpPr>
          <p:spPr>
            <a:xfrm>
              <a:off x="68200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933;p49">
              <a:extLst>
                <a:ext uri="{FF2B5EF4-FFF2-40B4-BE49-F238E27FC236}">
                  <a16:creationId xmlns:a16="http://schemas.microsoft.com/office/drawing/2014/main" id="{03F79CCA-DA41-E9F9-1D09-FB466227C024}"/>
                </a:ext>
              </a:extLst>
            </p:cNvPr>
            <p:cNvSpPr/>
            <p:nvPr/>
          </p:nvSpPr>
          <p:spPr>
            <a:xfrm>
              <a:off x="70942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934;p49">
              <a:extLst>
                <a:ext uri="{FF2B5EF4-FFF2-40B4-BE49-F238E27FC236}">
                  <a16:creationId xmlns:a16="http://schemas.microsoft.com/office/drawing/2014/main" id="{567F7FFA-602E-0C0B-5A78-3A25BD0088BA}"/>
                </a:ext>
              </a:extLst>
            </p:cNvPr>
            <p:cNvSpPr/>
            <p:nvPr/>
          </p:nvSpPr>
          <p:spPr>
            <a:xfrm>
              <a:off x="73684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935;p49">
              <a:extLst>
                <a:ext uri="{FF2B5EF4-FFF2-40B4-BE49-F238E27FC236}">
                  <a16:creationId xmlns:a16="http://schemas.microsoft.com/office/drawing/2014/main" id="{666695D4-0EBC-2517-5AAC-885A36894108}"/>
                </a:ext>
              </a:extLst>
            </p:cNvPr>
            <p:cNvSpPr/>
            <p:nvPr/>
          </p:nvSpPr>
          <p:spPr>
            <a:xfrm>
              <a:off x="76426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936;p49">
              <a:extLst>
                <a:ext uri="{FF2B5EF4-FFF2-40B4-BE49-F238E27FC236}">
                  <a16:creationId xmlns:a16="http://schemas.microsoft.com/office/drawing/2014/main" id="{12B64042-9C05-3D81-7C77-34DCF218ECB9}"/>
                </a:ext>
              </a:extLst>
            </p:cNvPr>
            <p:cNvSpPr/>
            <p:nvPr/>
          </p:nvSpPr>
          <p:spPr>
            <a:xfrm>
              <a:off x="79168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" name="Google Shape;120;p19">
            <a:extLst>
              <a:ext uri="{FF2B5EF4-FFF2-40B4-BE49-F238E27FC236}">
                <a16:creationId xmlns:a16="http://schemas.microsoft.com/office/drawing/2014/main" id="{E562DF2D-C782-CA05-51D2-2CC82617CABE}"/>
              </a:ext>
            </a:extLst>
          </p:cNvPr>
          <p:cNvGrpSpPr/>
          <p:nvPr/>
        </p:nvGrpSpPr>
        <p:grpSpPr>
          <a:xfrm>
            <a:off x="6680200" y="533400"/>
            <a:ext cx="736600" cy="685800"/>
            <a:chOff x="6240000" y="821025"/>
            <a:chExt cx="2904000" cy="2668950"/>
          </a:xfrm>
        </p:grpSpPr>
        <p:sp>
          <p:nvSpPr>
            <p:cNvPr id="183" name="Google Shape;121;p19">
              <a:extLst>
                <a:ext uri="{FF2B5EF4-FFF2-40B4-BE49-F238E27FC236}">
                  <a16:creationId xmlns:a16="http://schemas.microsoft.com/office/drawing/2014/main" id="{EAF1C02B-B8C4-F9BB-3BF2-1AB23CB17E11}"/>
                </a:ext>
              </a:extLst>
            </p:cNvPr>
            <p:cNvSpPr/>
            <p:nvPr/>
          </p:nvSpPr>
          <p:spPr>
            <a:xfrm flipH="1">
              <a:off x="6240000" y="821025"/>
              <a:ext cx="2904000" cy="26673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4" name="Google Shape;122;p19">
              <a:extLst>
                <a:ext uri="{FF2B5EF4-FFF2-40B4-BE49-F238E27FC236}">
                  <a16:creationId xmlns:a16="http://schemas.microsoft.com/office/drawing/2014/main" id="{186E62C1-AB08-2E27-82D2-F6E5C9B4BFF3}"/>
                </a:ext>
              </a:extLst>
            </p:cNvPr>
            <p:cNvSpPr/>
            <p:nvPr/>
          </p:nvSpPr>
          <p:spPr>
            <a:xfrm flipH="1">
              <a:off x="62400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5" name="Google Shape;123;p19">
              <a:extLst>
                <a:ext uri="{FF2B5EF4-FFF2-40B4-BE49-F238E27FC236}">
                  <a16:creationId xmlns:a16="http://schemas.microsoft.com/office/drawing/2014/main" id="{920EDDDA-380C-48E4-3E58-C4540A9E7CA1}"/>
                </a:ext>
              </a:extLst>
            </p:cNvPr>
            <p:cNvSpPr/>
            <p:nvPr/>
          </p:nvSpPr>
          <p:spPr>
            <a:xfrm flipH="1">
              <a:off x="68208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6" name="Google Shape;124;p19">
              <a:extLst>
                <a:ext uri="{FF2B5EF4-FFF2-40B4-BE49-F238E27FC236}">
                  <a16:creationId xmlns:a16="http://schemas.microsoft.com/office/drawing/2014/main" id="{91C0FA16-6B77-3CA6-088F-62E5A6B5DF08}"/>
                </a:ext>
              </a:extLst>
            </p:cNvPr>
            <p:cNvSpPr/>
            <p:nvPr/>
          </p:nvSpPr>
          <p:spPr>
            <a:xfrm flipH="1">
              <a:off x="74016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7" name="Google Shape;125;p19">
              <a:extLst>
                <a:ext uri="{FF2B5EF4-FFF2-40B4-BE49-F238E27FC236}">
                  <a16:creationId xmlns:a16="http://schemas.microsoft.com/office/drawing/2014/main" id="{F2306CFE-1869-4B01-4518-08CF49DF80B1}"/>
                </a:ext>
              </a:extLst>
            </p:cNvPr>
            <p:cNvSpPr/>
            <p:nvPr/>
          </p:nvSpPr>
          <p:spPr>
            <a:xfrm flipH="1">
              <a:off x="79824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8" name="Google Shape;126;p19">
              <a:extLst>
                <a:ext uri="{FF2B5EF4-FFF2-40B4-BE49-F238E27FC236}">
                  <a16:creationId xmlns:a16="http://schemas.microsoft.com/office/drawing/2014/main" id="{6D74FCF2-73B2-0BD1-07A0-FD896CCA90AA}"/>
                </a:ext>
              </a:extLst>
            </p:cNvPr>
            <p:cNvSpPr/>
            <p:nvPr/>
          </p:nvSpPr>
          <p:spPr>
            <a:xfrm flipH="1">
              <a:off x="85632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9" name="Google Shape;127;p19">
              <a:extLst>
                <a:ext uri="{FF2B5EF4-FFF2-40B4-BE49-F238E27FC236}">
                  <a16:creationId xmlns:a16="http://schemas.microsoft.com/office/drawing/2014/main" id="{969CC334-E504-51DB-CA07-2ECCE6C990C0}"/>
                </a:ext>
              </a:extLst>
            </p:cNvPr>
            <p:cNvSpPr/>
            <p:nvPr/>
          </p:nvSpPr>
          <p:spPr>
            <a:xfrm flipH="1">
              <a:off x="62400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0" name="Google Shape;128;p19">
              <a:extLst>
                <a:ext uri="{FF2B5EF4-FFF2-40B4-BE49-F238E27FC236}">
                  <a16:creationId xmlns:a16="http://schemas.microsoft.com/office/drawing/2014/main" id="{26CE869E-A781-25B1-2321-491BC8D18D91}"/>
                </a:ext>
              </a:extLst>
            </p:cNvPr>
            <p:cNvSpPr/>
            <p:nvPr/>
          </p:nvSpPr>
          <p:spPr>
            <a:xfrm flipH="1">
              <a:off x="68208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1" name="Google Shape;129;p19">
              <a:extLst>
                <a:ext uri="{FF2B5EF4-FFF2-40B4-BE49-F238E27FC236}">
                  <a16:creationId xmlns:a16="http://schemas.microsoft.com/office/drawing/2014/main" id="{9DDC0257-D2F9-FEF1-EFE1-DB442502BDA2}"/>
                </a:ext>
              </a:extLst>
            </p:cNvPr>
            <p:cNvSpPr/>
            <p:nvPr/>
          </p:nvSpPr>
          <p:spPr>
            <a:xfrm flipH="1">
              <a:off x="74016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2" name="Google Shape;130;p19">
              <a:extLst>
                <a:ext uri="{FF2B5EF4-FFF2-40B4-BE49-F238E27FC236}">
                  <a16:creationId xmlns:a16="http://schemas.microsoft.com/office/drawing/2014/main" id="{B70F6D00-C1C4-8A55-8C4C-271D43BE6E85}"/>
                </a:ext>
              </a:extLst>
            </p:cNvPr>
            <p:cNvSpPr/>
            <p:nvPr/>
          </p:nvSpPr>
          <p:spPr>
            <a:xfrm flipH="1">
              <a:off x="79824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3" name="Google Shape;131;p19">
              <a:extLst>
                <a:ext uri="{FF2B5EF4-FFF2-40B4-BE49-F238E27FC236}">
                  <a16:creationId xmlns:a16="http://schemas.microsoft.com/office/drawing/2014/main" id="{AA2340B5-C561-C4A7-CF9A-244238BC8DF4}"/>
                </a:ext>
              </a:extLst>
            </p:cNvPr>
            <p:cNvSpPr/>
            <p:nvPr/>
          </p:nvSpPr>
          <p:spPr>
            <a:xfrm flipH="1">
              <a:off x="85632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4" name="Google Shape;132;p19">
              <a:extLst>
                <a:ext uri="{FF2B5EF4-FFF2-40B4-BE49-F238E27FC236}">
                  <a16:creationId xmlns:a16="http://schemas.microsoft.com/office/drawing/2014/main" id="{0FC5205D-05B7-351D-642F-6308DF4A470D}"/>
                </a:ext>
              </a:extLst>
            </p:cNvPr>
            <p:cNvSpPr/>
            <p:nvPr/>
          </p:nvSpPr>
          <p:spPr>
            <a:xfrm flipH="1">
              <a:off x="62400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5" name="Google Shape;133;p19">
              <a:extLst>
                <a:ext uri="{FF2B5EF4-FFF2-40B4-BE49-F238E27FC236}">
                  <a16:creationId xmlns:a16="http://schemas.microsoft.com/office/drawing/2014/main" id="{2A6444EA-78CC-748E-24D9-032DB45ECBDC}"/>
                </a:ext>
              </a:extLst>
            </p:cNvPr>
            <p:cNvSpPr/>
            <p:nvPr/>
          </p:nvSpPr>
          <p:spPr>
            <a:xfrm flipH="1">
              <a:off x="68208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6" name="Google Shape;134;p19">
              <a:extLst>
                <a:ext uri="{FF2B5EF4-FFF2-40B4-BE49-F238E27FC236}">
                  <a16:creationId xmlns:a16="http://schemas.microsoft.com/office/drawing/2014/main" id="{50BA7D69-E9A8-7ACE-E6AB-B9AC324E7A78}"/>
                </a:ext>
              </a:extLst>
            </p:cNvPr>
            <p:cNvSpPr/>
            <p:nvPr/>
          </p:nvSpPr>
          <p:spPr>
            <a:xfrm flipH="1">
              <a:off x="74016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7" name="Google Shape;135;p19">
              <a:extLst>
                <a:ext uri="{FF2B5EF4-FFF2-40B4-BE49-F238E27FC236}">
                  <a16:creationId xmlns:a16="http://schemas.microsoft.com/office/drawing/2014/main" id="{08497E4A-EEC8-1FAA-CC1A-7E094A61FEE7}"/>
                </a:ext>
              </a:extLst>
            </p:cNvPr>
            <p:cNvSpPr/>
            <p:nvPr/>
          </p:nvSpPr>
          <p:spPr>
            <a:xfrm flipH="1">
              <a:off x="79824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8" name="Google Shape;136;p19">
              <a:extLst>
                <a:ext uri="{FF2B5EF4-FFF2-40B4-BE49-F238E27FC236}">
                  <a16:creationId xmlns:a16="http://schemas.microsoft.com/office/drawing/2014/main" id="{8027671E-B07D-394B-0484-791821FE5DD1}"/>
                </a:ext>
              </a:extLst>
            </p:cNvPr>
            <p:cNvSpPr/>
            <p:nvPr/>
          </p:nvSpPr>
          <p:spPr>
            <a:xfrm flipH="1">
              <a:off x="85632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9" name="Google Shape;137;p19">
              <a:extLst>
                <a:ext uri="{FF2B5EF4-FFF2-40B4-BE49-F238E27FC236}">
                  <a16:creationId xmlns:a16="http://schemas.microsoft.com/office/drawing/2014/main" id="{6E75C7BA-3EA9-642F-57A6-708923FB72EE}"/>
                </a:ext>
              </a:extLst>
            </p:cNvPr>
            <p:cNvSpPr/>
            <p:nvPr/>
          </p:nvSpPr>
          <p:spPr>
            <a:xfrm flipH="1">
              <a:off x="62400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0" name="Google Shape;138;p19">
              <a:extLst>
                <a:ext uri="{FF2B5EF4-FFF2-40B4-BE49-F238E27FC236}">
                  <a16:creationId xmlns:a16="http://schemas.microsoft.com/office/drawing/2014/main" id="{5FA941AA-F21D-EFC3-F2A2-BBEB8F2D26FE}"/>
                </a:ext>
              </a:extLst>
            </p:cNvPr>
            <p:cNvSpPr/>
            <p:nvPr/>
          </p:nvSpPr>
          <p:spPr>
            <a:xfrm flipH="1">
              <a:off x="68208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1" name="Google Shape;139;p19">
              <a:extLst>
                <a:ext uri="{FF2B5EF4-FFF2-40B4-BE49-F238E27FC236}">
                  <a16:creationId xmlns:a16="http://schemas.microsoft.com/office/drawing/2014/main" id="{C0ADC53A-F5B1-2E17-A6AB-ACEBF78CD9C8}"/>
                </a:ext>
              </a:extLst>
            </p:cNvPr>
            <p:cNvSpPr/>
            <p:nvPr/>
          </p:nvSpPr>
          <p:spPr>
            <a:xfrm flipH="1">
              <a:off x="74016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2" name="Google Shape;140;p19">
              <a:extLst>
                <a:ext uri="{FF2B5EF4-FFF2-40B4-BE49-F238E27FC236}">
                  <a16:creationId xmlns:a16="http://schemas.microsoft.com/office/drawing/2014/main" id="{8C61C33F-4EFD-9596-130E-51F3F34A929A}"/>
                </a:ext>
              </a:extLst>
            </p:cNvPr>
            <p:cNvSpPr/>
            <p:nvPr/>
          </p:nvSpPr>
          <p:spPr>
            <a:xfrm flipH="1">
              <a:off x="79824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3" name="Google Shape;141;p19">
              <a:extLst>
                <a:ext uri="{FF2B5EF4-FFF2-40B4-BE49-F238E27FC236}">
                  <a16:creationId xmlns:a16="http://schemas.microsoft.com/office/drawing/2014/main" id="{532F5AF2-33D7-297C-E6FE-B24561CFDC0E}"/>
                </a:ext>
              </a:extLst>
            </p:cNvPr>
            <p:cNvSpPr/>
            <p:nvPr/>
          </p:nvSpPr>
          <p:spPr>
            <a:xfrm flipH="1">
              <a:off x="85632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4" name="Google Shape;142;p19">
              <a:extLst>
                <a:ext uri="{FF2B5EF4-FFF2-40B4-BE49-F238E27FC236}">
                  <a16:creationId xmlns:a16="http://schemas.microsoft.com/office/drawing/2014/main" id="{4FEC3FA0-A02E-B5C0-7217-67BB596C793A}"/>
                </a:ext>
              </a:extLst>
            </p:cNvPr>
            <p:cNvSpPr/>
            <p:nvPr/>
          </p:nvSpPr>
          <p:spPr>
            <a:xfrm flipH="1">
              <a:off x="62400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5" name="Google Shape;143;p19">
              <a:extLst>
                <a:ext uri="{FF2B5EF4-FFF2-40B4-BE49-F238E27FC236}">
                  <a16:creationId xmlns:a16="http://schemas.microsoft.com/office/drawing/2014/main" id="{6A974C2A-8CE5-0D8E-01D3-651170FF5A90}"/>
                </a:ext>
              </a:extLst>
            </p:cNvPr>
            <p:cNvSpPr/>
            <p:nvPr/>
          </p:nvSpPr>
          <p:spPr>
            <a:xfrm flipH="1">
              <a:off x="68208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6" name="Google Shape;144;p19">
              <a:extLst>
                <a:ext uri="{FF2B5EF4-FFF2-40B4-BE49-F238E27FC236}">
                  <a16:creationId xmlns:a16="http://schemas.microsoft.com/office/drawing/2014/main" id="{032A6461-A115-AEA8-4096-DCC1FF99FE50}"/>
                </a:ext>
              </a:extLst>
            </p:cNvPr>
            <p:cNvSpPr/>
            <p:nvPr/>
          </p:nvSpPr>
          <p:spPr>
            <a:xfrm flipH="1">
              <a:off x="74016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7" name="Google Shape;145;p19">
              <a:extLst>
                <a:ext uri="{FF2B5EF4-FFF2-40B4-BE49-F238E27FC236}">
                  <a16:creationId xmlns:a16="http://schemas.microsoft.com/office/drawing/2014/main" id="{659E4198-003D-3C48-697D-01036D7370AD}"/>
                </a:ext>
              </a:extLst>
            </p:cNvPr>
            <p:cNvSpPr/>
            <p:nvPr/>
          </p:nvSpPr>
          <p:spPr>
            <a:xfrm flipH="1">
              <a:off x="79824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8" name="Google Shape;146;p19">
              <a:extLst>
                <a:ext uri="{FF2B5EF4-FFF2-40B4-BE49-F238E27FC236}">
                  <a16:creationId xmlns:a16="http://schemas.microsoft.com/office/drawing/2014/main" id="{31B46526-6441-72DA-CA37-1C5E096B5F78}"/>
                </a:ext>
              </a:extLst>
            </p:cNvPr>
            <p:cNvSpPr/>
            <p:nvPr/>
          </p:nvSpPr>
          <p:spPr>
            <a:xfrm flipH="1">
              <a:off x="85632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42BBADDC-5096-5E5C-99AC-5438AB1368B8}"/>
              </a:ext>
            </a:extLst>
          </p:cNvPr>
          <p:cNvCxnSpPr/>
          <p:nvPr/>
        </p:nvCxnSpPr>
        <p:spPr>
          <a:xfrm>
            <a:off x="1384300" y="889000"/>
            <a:ext cx="647700" cy="0"/>
          </a:xfrm>
          <a:prstGeom prst="straightConnector1">
            <a:avLst/>
          </a:prstGeom>
          <a:ln w="15240">
            <a:solidFill>
              <a:srgbClr val="4171B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75702FED-0336-C570-26E0-C3F4EF52C759}"/>
              </a:ext>
            </a:extLst>
          </p:cNvPr>
          <p:cNvCxnSpPr/>
          <p:nvPr/>
        </p:nvCxnSpPr>
        <p:spPr>
          <a:xfrm>
            <a:off x="2794000" y="889000"/>
            <a:ext cx="711200" cy="0"/>
          </a:xfrm>
          <a:prstGeom prst="straightConnector1">
            <a:avLst/>
          </a:prstGeom>
          <a:ln w="15240">
            <a:solidFill>
              <a:srgbClr val="4171B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B71D535F-246F-E527-1D64-BD5EB3CE2090}"/>
              </a:ext>
            </a:extLst>
          </p:cNvPr>
          <p:cNvCxnSpPr/>
          <p:nvPr/>
        </p:nvCxnSpPr>
        <p:spPr>
          <a:xfrm>
            <a:off x="4381500" y="889000"/>
            <a:ext cx="635000" cy="0"/>
          </a:xfrm>
          <a:prstGeom prst="straightConnector1">
            <a:avLst/>
          </a:prstGeom>
          <a:ln w="15240">
            <a:solidFill>
              <a:srgbClr val="4171B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B0A5DE23-BF09-EB91-F0DA-7FA081C903DF}"/>
              </a:ext>
            </a:extLst>
          </p:cNvPr>
          <p:cNvCxnSpPr/>
          <p:nvPr/>
        </p:nvCxnSpPr>
        <p:spPr>
          <a:xfrm>
            <a:off x="5829300" y="889000"/>
            <a:ext cx="749300" cy="0"/>
          </a:xfrm>
          <a:prstGeom prst="straightConnector1">
            <a:avLst/>
          </a:prstGeom>
          <a:ln w="15240">
            <a:solidFill>
              <a:srgbClr val="4171B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CAF90CFF-137C-5BF5-C54F-DB77299230AC}"/>
              </a:ext>
            </a:extLst>
          </p:cNvPr>
          <p:cNvCxnSpPr/>
          <p:nvPr/>
        </p:nvCxnSpPr>
        <p:spPr>
          <a:xfrm>
            <a:off x="3225800" y="393700"/>
            <a:ext cx="0" cy="1092200"/>
          </a:xfrm>
          <a:prstGeom prst="straightConnector1">
            <a:avLst/>
          </a:prstGeom>
          <a:ln w="10795">
            <a:solidFill>
              <a:srgbClr val="B64844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24D1875E-DA45-5C22-71E3-A348DA88B600}"/>
              </a:ext>
            </a:extLst>
          </p:cNvPr>
          <p:cNvSpPr txBox="1"/>
          <p:nvPr/>
        </p:nvSpPr>
        <p:spPr>
          <a:xfrm>
            <a:off x="3302000" y="644927"/>
            <a:ext cx="736600" cy="76944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500">
                <a:solidFill>
                  <a:srgbClr val="B64844"/>
                </a:solidFill>
                <a:latin typeface="Arial" panose="020B0604020202020204" pitchFamily="34" charset="0"/>
              </a:rPr>
              <a:t>boundary</a:t>
            </a:r>
            <a:endParaRPr lang="zh-CN" altLang="en-US" sz="500">
              <a:solidFill>
                <a:srgbClr val="B64844"/>
              </a:solidFill>
              <a:latin typeface="Arial" panose="020B0604020202020204" pitchFamily="34" charset="0"/>
            </a:endParaRP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2CDFA822-7A0E-C0A5-599B-A76BD39E6F0F}"/>
              </a:ext>
            </a:extLst>
          </p:cNvPr>
          <p:cNvSpPr txBox="1"/>
          <p:nvPr/>
        </p:nvSpPr>
        <p:spPr>
          <a:xfrm>
            <a:off x="520700" y="1508916"/>
            <a:ext cx="10795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source case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8650A779-A637-8CFC-1007-D1BE89EF96F5}"/>
              </a:ext>
            </a:extLst>
          </p:cNvPr>
          <p:cNvSpPr txBox="1"/>
          <p:nvPr/>
        </p:nvSpPr>
        <p:spPr>
          <a:xfrm>
            <a:off x="1854200" y="1508916"/>
            <a:ext cx="11684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converter trace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A879B09A-6AD8-8990-A40D-7781A0FACC1F}"/>
              </a:ext>
            </a:extLst>
          </p:cNvPr>
          <p:cNvSpPr txBox="1"/>
          <p:nvPr/>
        </p:nvSpPr>
        <p:spPr>
          <a:xfrm>
            <a:off x="3352800" y="1370416"/>
            <a:ext cx="12446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target case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E21CABAB-7A4D-E30F-351D-1FE898285151}"/>
              </a:ext>
            </a:extLst>
          </p:cNvPr>
          <p:cNvSpPr txBox="1"/>
          <p:nvPr/>
        </p:nvSpPr>
        <p:spPr>
          <a:xfrm>
            <a:off x="4851400" y="1370417"/>
            <a:ext cx="12192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study kernel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5B497D93-0E9D-642B-3D39-03A3B0E1EA4F}"/>
              </a:ext>
            </a:extLst>
          </p:cNvPr>
          <p:cNvSpPr txBox="1"/>
          <p:nvPr/>
        </p:nvSpPr>
        <p:spPr>
          <a:xfrm>
            <a:off x="6413500" y="1508916"/>
            <a:ext cx="12954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verified answer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grpSp>
        <p:nvGrpSpPr>
          <p:cNvPr id="220" name="Google Shape;2950;p49">
            <a:extLst>
              <a:ext uri="{FF2B5EF4-FFF2-40B4-BE49-F238E27FC236}">
                <a16:creationId xmlns:a16="http://schemas.microsoft.com/office/drawing/2014/main" id="{B2ED1BCF-6E11-BF31-4C7C-2B904393FE60}"/>
              </a:ext>
            </a:extLst>
          </p:cNvPr>
          <p:cNvGrpSpPr/>
          <p:nvPr/>
        </p:nvGrpSpPr>
        <p:grpSpPr>
          <a:xfrm>
            <a:off x="914400" y="2209800"/>
            <a:ext cx="609600" cy="596900"/>
            <a:chOff x="5448325" y="610550"/>
            <a:chExt cx="2742700" cy="2742000"/>
          </a:xfrm>
        </p:grpSpPr>
        <p:sp>
          <p:nvSpPr>
            <p:cNvPr id="221" name="Google Shape;2951;p49">
              <a:extLst>
                <a:ext uri="{FF2B5EF4-FFF2-40B4-BE49-F238E27FC236}">
                  <a16:creationId xmlns:a16="http://schemas.microsoft.com/office/drawing/2014/main" id="{F73A85CC-CD96-BA1B-00ED-BE74CB841A25}"/>
                </a:ext>
              </a:extLst>
            </p:cNvPr>
            <p:cNvSpPr/>
            <p:nvPr/>
          </p:nvSpPr>
          <p:spPr>
            <a:xfrm>
              <a:off x="54483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952;p49">
              <a:extLst>
                <a:ext uri="{FF2B5EF4-FFF2-40B4-BE49-F238E27FC236}">
                  <a16:creationId xmlns:a16="http://schemas.microsoft.com/office/drawing/2014/main" id="{AF8B88A4-AF46-88AA-7EAC-22CEC574CF6E}"/>
                </a:ext>
              </a:extLst>
            </p:cNvPr>
            <p:cNvSpPr/>
            <p:nvPr/>
          </p:nvSpPr>
          <p:spPr>
            <a:xfrm>
              <a:off x="57225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953;p49">
              <a:extLst>
                <a:ext uri="{FF2B5EF4-FFF2-40B4-BE49-F238E27FC236}">
                  <a16:creationId xmlns:a16="http://schemas.microsoft.com/office/drawing/2014/main" id="{44D60DAE-8FB1-6901-AFC7-C9DFDA14CD73}"/>
                </a:ext>
              </a:extLst>
            </p:cNvPr>
            <p:cNvSpPr/>
            <p:nvPr/>
          </p:nvSpPr>
          <p:spPr>
            <a:xfrm>
              <a:off x="5996725" y="6105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954;p49">
              <a:extLst>
                <a:ext uri="{FF2B5EF4-FFF2-40B4-BE49-F238E27FC236}">
                  <a16:creationId xmlns:a16="http://schemas.microsoft.com/office/drawing/2014/main" id="{AF0CBA99-0553-36BC-8F84-17D6B6D85510}"/>
                </a:ext>
              </a:extLst>
            </p:cNvPr>
            <p:cNvSpPr/>
            <p:nvPr/>
          </p:nvSpPr>
          <p:spPr>
            <a:xfrm>
              <a:off x="6270925" y="6105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955;p49">
              <a:extLst>
                <a:ext uri="{FF2B5EF4-FFF2-40B4-BE49-F238E27FC236}">
                  <a16:creationId xmlns:a16="http://schemas.microsoft.com/office/drawing/2014/main" id="{F5579EDC-2904-3028-35AA-38EDEF32CBD2}"/>
                </a:ext>
              </a:extLst>
            </p:cNvPr>
            <p:cNvSpPr/>
            <p:nvPr/>
          </p:nvSpPr>
          <p:spPr>
            <a:xfrm>
              <a:off x="6545125" y="6105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956;p49">
              <a:extLst>
                <a:ext uri="{FF2B5EF4-FFF2-40B4-BE49-F238E27FC236}">
                  <a16:creationId xmlns:a16="http://schemas.microsoft.com/office/drawing/2014/main" id="{200EDED1-AE8E-F379-7231-9313F8F6267A}"/>
                </a:ext>
              </a:extLst>
            </p:cNvPr>
            <p:cNvSpPr/>
            <p:nvPr/>
          </p:nvSpPr>
          <p:spPr>
            <a:xfrm>
              <a:off x="68193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957;p49">
              <a:extLst>
                <a:ext uri="{FF2B5EF4-FFF2-40B4-BE49-F238E27FC236}">
                  <a16:creationId xmlns:a16="http://schemas.microsoft.com/office/drawing/2014/main" id="{5E35990C-EF1C-2914-0009-8891A87D7FC7}"/>
                </a:ext>
              </a:extLst>
            </p:cNvPr>
            <p:cNvSpPr/>
            <p:nvPr/>
          </p:nvSpPr>
          <p:spPr>
            <a:xfrm>
              <a:off x="70935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958;p49">
              <a:extLst>
                <a:ext uri="{FF2B5EF4-FFF2-40B4-BE49-F238E27FC236}">
                  <a16:creationId xmlns:a16="http://schemas.microsoft.com/office/drawing/2014/main" id="{DB7F7056-704B-A6F2-FCBF-CF1FFE8E4459}"/>
                </a:ext>
              </a:extLst>
            </p:cNvPr>
            <p:cNvSpPr/>
            <p:nvPr/>
          </p:nvSpPr>
          <p:spPr>
            <a:xfrm>
              <a:off x="73677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959;p49">
              <a:extLst>
                <a:ext uri="{FF2B5EF4-FFF2-40B4-BE49-F238E27FC236}">
                  <a16:creationId xmlns:a16="http://schemas.microsoft.com/office/drawing/2014/main" id="{373412B0-AF09-FA38-2E4E-FE7ADA11046E}"/>
                </a:ext>
              </a:extLst>
            </p:cNvPr>
            <p:cNvSpPr/>
            <p:nvPr/>
          </p:nvSpPr>
          <p:spPr>
            <a:xfrm>
              <a:off x="76419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960;p49">
              <a:extLst>
                <a:ext uri="{FF2B5EF4-FFF2-40B4-BE49-F238E27FC236}">
                  <a16:creationId xmlns:a16="http://schemas.microsoft.com/office/drawing/2014/main" id="{99529913-5507-2668-DF8A-981E06223C64}"/>
                </a:ext>
              </a:extLst>
            </p:cNvPr>
            <p:cNvSpPr/>
            <p:nvPr/>
          </p:nvSpPr>
          <p:spPr>
            <a:xfrm>
              <a:off x="79161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961;p49">
              <a:extLst>
                <a:ext uri="{FF2B5EF4-FFF2-40B4-BE49-F238E27FC236}">
                  <a16:creationId xmlns:a16="http://schemas.microsoft.com/office/drawing/2014/main" id="{AFB854FC-6C61-DCC7-6EEE-1F6375A8ADA5}"/>
                </a:ext>
              </a:extLst>
            </p:cNvPr>
            <p:cNvSpPr/>
            <p:nvPr/>
          </p:nvSpPr>
          <p:spPr>
            <a:xfrm>
              <a:off x="54483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962;p49">
              <a:extLst>
                <a:ext uri="{FF2B5EF4-FFF2-40B4-BE49-F238E27FC236}">
                  <a16:creationId xmlns:a16="http://schemas.microsoft.com/office/drawing/2014/main" id="{0CA6419F-3538-9BA7-2027-2709D149C3F1}"/>
                </a:ext>
              </a:extLst>
            </p:cNvPr>
            <p:cNvSpPr/>
            <p:nvPr/>
          </p:nvSpPr>
          <p:spPr>
            <a:xfrm>
              <a:off x="57225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963;p49">
              <a:extLst>
                <a:ext uri="{FF2B5EF4-FFF2-40B4-BE49-F238E27FC236}">
                  <a16:creationId xmlns:a16="http://schemas.microsoft.com/office/drawing/2014/main" id="{4CA0C972-852F-F959-829A-5807D9ADF3BA}"/>
                </a:ext>
              </a:extLst>
            </p:cNvPr>
            <p:cNvSpPr/>
            <p:nvPr/>
          </p:nvSpPr>
          <p:spPr>
            <a:xfrm>
              <a:off x="5996725" y="8847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964;p49">
              <a:extLst>
                <a:ext uri="{FF2B5EF4-FFF2-40B4-BE49-F238E27FC236}">
                  <a16:creationId xmlns:a16="http://schemas.microsoft.com/office/drawing/2014/main" id="{2A043E78-4A6A-5FA2-6DB0-56B1ECDC0A83}"/>
                </a:ext>
              </a:extLst>
            </p:cNvPr>
            <p:cNvSpPr/>
            <p:nvPr/>
          </p:nvSpPr>
          <p:spPr>
            <a:xfrm>
              <a:off x="6270925" y="8847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965;p49">
              <a:extLst>
                <a:ext uri="{FF2B5EF4-FFF2-40B4-BE49-F238E27FC236}">
                  <a16:creationId xmlns:a16="http://schemas.microsoft.com/office/drawing/2014/main" id="{EC755F2C-3B41-BEEF-FA5F-83D0E0BE4F85}"/>
                </a:ext>
              </a:extLst>
            </p:cNvPr>
            <p:cNvSpPr/>
            <p:nvPr/>
          </p:nvSpPr>
          <p:spPr>
            <a:xfrm>
              <a:off x="6545125" y="8847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966;p49">
              <a:extLst>
                <a:ext uri="{FF2B5EF4-FFF2-40B4-BE49-F238E27FC236}">
                  <a16:creationId xmlns:a16="http://schemas.microsoft.com/office/drawing/2014/main" id="{2807BA2B-3066-0D25-88FD-1F0258C4A0A8}"/>
                </a:ext>
              </a:extLst>
            </p:cNvPr>
            <p:cNvSpPr/>
            <p:nvPr/>
          </p:nvSpPr>
          <p:spPr>
            <a:xfrm>
              <a:off x="68193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967;p49">
              <a:extLst>
                <a:ext uri="{FF2B5EF4-FFF2-40B4-BE49-F238E27FC236}">
                  <a16:creationId xmlns:a16="http://schemas.microsoft.com/office/drawing/2014/main" id="{ED5FAFBF-E977-2604-E51E-1787E4D4EC87}"/>
                </a:ext>
              </a:extLst>
            </p:cNvPr>
            <p:cNvSpPr/>
            <p:nvPr/>
          </p:nvSpPr>
          <p:spPr>
            <a:xfrm>
              <a:off x="70935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968;p49">
              <a:extLst>
                <a:ext uri="{FF2B5EF4-FFF2-40B4-BE49-F238E27FC236}">
                  <a16:creationId xmlns:a16="http://schemas.microsoft.com/office/drawing/2014/main" id="{B6C32300-9FB5-DDFF-609F-15523136E628}"/>
                </a:ext>
              </a:extLst>
            </p:cNvPr>
            <p:cNvSpPr/>
            <p:nvPr/>
          </p:nvSpPr>
          <p:spPr>
            <a:xfrm>
              <a:off x="73677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969;p49">
              <a:extLst>
                <a:ext uri="{FF2B5EF4-FFF2-40B4-BE49-F238E27FC236}">
                  <a16:creationId xmlns:a16="http://schemas.microsoft.com/office/drawing/2014/main" id="{0BB231BC-ECEA-1820-8C19-51623E9A3130}"/>
                </a:ext>
              </a:extLst>
            </p:cNvPr>
            <p:cNvSpPr/>
            <p:nvPr/>
          </p:nvSpPr>
          <p:spPr>
            <a:xfrm>
              <a:off x="76419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970;p49">
              <a:extLst>
                <a:ext uri="{FF2B5EF4-FFF2-40B4-BE49-F238E27FC236}">
                  <a16:creationId xmlns:a16="http://schemas.microsoft.com/office/drawing/2014/main" id="{84D34F3B-B946-10A4-BE6B-BE3ABA911439}"/>
                </a:ext>
              </a:extLst>
            </p:cNvPr>
            <p:cNvSpPr/>
            <p:nvPr/>
          </p:nvSpPr>
          <p:spPr>
            <a:xfrm>
              <a:off x="79161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971;p49">
              <a:extLst>
                <a:ext uri="{FF2B5EF4-FFF2-40B4-BE49-F238E27FC236}">
                  <a16:creationId xmlns:a16="http://schemas.microsoft.com/office/drawing/2014/main" id="{55885D6E-A41B-D271-74A4-D72A3E58C401}"/>
                </a:ext>
              </a:extLst>
            </p:cNvPr>
            <p:cNvSpPr/>
            <p:nvPr/>
          </p:nvSpPr>
          <p:spPr>
            <a:xfrm>
              <a:off x="54490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972;p49">
              <a:extLst>
                <a:ext uri="{FF2B5EF4-FFF2-40B4-BE49-F238E27FC236}">
                  <a16:creationId xmlns:a16="http://schemas.microsoft.com/office/drawing/2014/main" id="{106D7772-0B89-7121-302E-8E87146025F4}"/>
                </a:ext>
              </a:extLst>
            </p:cNvPr>
            <p:cNvSpPr/>
            <p:nvPr/>
          </p:nvSpPr>
          <p:spPr>
            <a:xfrm>
              <a:off x="57232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973;p49">
              <a:extLst>
                <a:ext uri="{FF2B5EF4-FFF2-40B4-BE49-F238E27FC236}">
                  <a16:creationId xmlns:a16="http://schemas.microsoft.com/office/drawing/2014/main" id="{A299A653-A345-A523-A52C-A2CFCEF5F125}"/>
                </a:ext>
              </a:extLst>
            </p:cNvPr>
            <p:cNvSpPr/>
            <p:nvPr/>
          </p:nvSpPr>
          <p:spPr>
            <a:xfrm>
              <a:off x="5997425" y="11589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974;p49">
              <a:extLst>
                <a:ext uri="{FF2B5EF4-FFF2-40B4-BE49-F238E27FC236}">
                  <a16:creationId xmlns:a16="http://schemas.microsoft.com/office/drawing/2014/main" id="{4D932929-CD99-0C2D-EF6D-FA94511E16E5}"/>
                </a:ext>
              </a:extLst>
            </p:cNvPr>
            <p:cNvSpPr/>
            <p:nvPr/>
          </p:nvSpPr>
          <p:spPr>
            <a:xfrm>
              <a:off x="6271625" y="11589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975;p49">
              <a:extLst>
                <a:ext uri="{FF2B5EF4-FFF2-40B4-BE49-F238E27FC236}">
                  <a16:creationId xmlns:a16="http://schemas.microsoft.com/office/drawing/2014/main" id="{75DA8977-9966-0B71-4E77-F2FF6E9715CF}"/>
                </a:ext>
              </a:extLst>
            </p:cNvPr>
            <p:cNvSpPr/>
            <p:nvPr/>
          </p:nvSpPr>
          <p:spPr>
            <a:xfrm>
              <a:off x="6545825" y="11589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976;p49">
              <a:extLst>
                <a:ext uri="{FF2B5EF4-FFF2-40B4-BE49-F238E27FC236}">
                  <a16:creationId xmlns:a16="http://schemas.microsoft.com/office/drawing/2014/main" id="{9E2FA539-5CC0-290A-09FF-46C1DF5A2111}"/>
                </a:ext>
              </a:extLst>
            </p:cNvPr>
            <p:cNvSpPr/>
            <p:nvPr/>
          </p:nvSpPr>
          <p:spPr>
            <a:xfrm>
              <a:off x="68200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977;p49">
              <a:extLst>
                <a:ext uri="{FF2B5EF4-FFF2-40B4-BE49-F238E27FC236}">
                  <a16:creationId xmlns:a16="http://schemas.microsoft.com/office/drawing/2014/main" id="{837E7326-5E75-EF74-4797-7515644894DC}"/>
                </a:ext>
              </a:extLst>
            </p:cNvPr>
            <p:cNvSpPr/>
            <p:nvPr/>
          </p:nvSpPr>
          <p:spPr>
            <a:xfrm>
              <a:off x="70942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978;p49">
              <a:extLst>
                <a:ext uri="{FF2B5EF4-FFF2-40B4-BE49-F238E27FC236}">
                  <a16:creationId xmlns:a16="http://schemas.microsoft.com/office/drawing/2014/main" id="{11998A05-9FD6-F1B2-848E-A574FE60BC48}"/>
                </a:ext>
              </a:extLst>
            </p:cNvPr>
            <p:cNvSpPr/>
            <p:nvPr/>
          </p:nvSpPr>
          <p:spPr>
            <a:xfrm>
              <a:off x="73684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979;p49">
              <a:extLst>
                <a:ext uri="{FF2B5EF4-FFF2-40B4-BE49-F238E27FC236}">
                  <a16:creationId xmlns:a16="http://schemas.microsoft.com/office/drawing/2014/main" id="{54C2731E-4894-4824-74BB-4A3E1F59919D}"/>
                </a:ext>
              </a:extLst>
            </p:cNvPr>
            <p:cNvSpPr/>
            <p:nvPr/>
          </p:nvSpPr>
          <p:spPr>
            <a:xfrm>
              <a:off x="76426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980;p49">
              <a:extLst>
                <a:ext uri="{FF2B5EF4-FFF2-40B4-BE49-F238E27FC236}">
                  <a16:creationId xmlns:a16="http://schemas.microsoft.com/office/drawing/2014/main" id="{0CD8F756-0C5E-E9BE-8CF1-33881A526438}"/>
                </a:ext>
              </a:extLst>
            </p:cNvPr>
            <p:cNvSpPr/>
            <p:nvPr/>
          </p:nvSpPr>
          <p:spPr>
            <a:xfrm>
              <a:off x="79168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981;p49">
              <a:extLst>
                <a:ext uri="{FF2B5EF4-FFF2-40B4-BE49-F238E27FC236}">
                  <a16:creationId xmlns:a16="http://schemas.microsoft.com/office/drawing/2014/main" id="{1C07BE02-CA73-E710-D857-E811207E260F}"/>
                </a:ext>
              </a:extLst>
            </p:cNvPr>
            <p:cNvSpPr/>
            <p:nvPr/>
          </p:nvSpPr>
          <p:spPr>
            <a:xfrm>
              <a:off x="54490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982;p49">
              <a:extLst>
                <a:ext uri="{FF2B5EF4-FFF2-40B4-BE49-F238E27FC236}">
                  <a16:creationId xmlns:a16="http://schemas.microsoft.com/office/drawing/2014/main" id="{48C4444E-F269-3E2D-F62D-BDE25A01EB5A}"/>
                </a:ext>
              </a:extLst>
            </p:cNvPr>
            <p:cNvSpPr/>
            <p:nvPr/>
          </p:nvSpPr>
          <p:spPr>
            <a:xfrm>
              <a:off x="57232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983;p49">
              <a:extLst>
                <a:ext uri="{FF2B5EF4-FFF2-40B4-BE49-F238E27FC236}">
                  <a16:creationId xmlns:a16="http://schemas.microsoft.com/office/drawing/2014/main" id="{4D8B9D9C-90E5-9A2A-0BE6-1A9FDD04F324}"/>
                </a:ext>
              </a:extLst>
            </p:cNvPr>
            <p:cNvSpPr/>
            <p:nvPr/>
          </p:nvSpPr>
          <p:spPr>
            <a:xfrm>
              <a:off x="59974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984;p49">
              <a:extLst>
                <a:ext uri="{FF2B5EF4-FFF2-40B4-BE49-F238E27FC236}">
                  <a16:creationId xmlns:a16="http://schemas.microsoft.com/office/drawing/2014/main" id="{C8798423-9C96-87A1-8F7F-0DF5656229C7}"/>
                </a:ext>
              </a:extLst>
            </p:cNvPr>
            <p:cNvSpPr/>
            <p:nvPr/>
          </p:nvSpPr>
          <p:spPr>
            <a:xfrm>
              <a:off x="62716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985;p49">
              <a:extLst>
                <a:ext uri="{FF2B5EF4-FFF2-40B4-BE49-F238E27FC236}">
                  <a16:creationId xmlns:a16="http://schemas.microsoft.com/office/drawing/2014/main" id="{F5E9EAC0-A86A-AC16-95C1-8FCA86CDBA4B}"/>
                </a:ext>
              </a:extLst>
            </p:cNvPr>
            <p:cNvSpPr/>
            <p:nvPr/>
          </p:nvSpPr>
          <p:spPr>
            <a:xfrm>
              <a:off x="65458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986;p49">
              <a:extLst>
                <a:ext uri="{FF2B5EF4-FFF2-40B4-BE49-F238E27FC236}">
                  <a16:creationId xmlns:a16="http://schemas.microsoft.com/office/drawing/2014/main" id="{2F9DF483-1B50-33EB-D8E2-BEB8740916DB}"/>
                </a:ext>
              </a:extLst>
            </p:cNvPr>
            <p:cNvSpPr/>
            <p:nvPr/>
          </p:nvSpPr>
          <p:spPr>
            <a:xfrm>
              <a:off x="68200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987;p49">
              <a:extLst>
                <a:ext uri="{FF2B5EF4-FFF2-40B4-BE49-F238E27FC236}">
                  <a16:creationId xmlns:a16="http://schemas.microsoft.com/office/drawing/2014/main" id="{FBE7E18E-5332-E265-D0E0-5B1E0DD75B10}"/>
                </a:ext>
              </a:extLst>
            </p:cNvPr>
            <p:cNvSpPr/>
            <p:nvPr/>
          </p:nvSpPr>
          <p:spPr>
            <a:xfrm>
              <a:off x="70942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988;p49">
              <a:extLst>
                <a:ext uri="{FF2B5EF4-FFF2-40B4-BE49-F238E27FC236}">
                  <a16:creationId xmlns:a16="http://schemas.microsoft.com/office/drawing/2014/main" id="{94BDFEE3-5F5E-CB38-61A8-7F4BA38A5B15}"/>
                </a:ext>
              </a:extLst>
            </p:cNvPr>
            <p:cNvSpPr/>
            <p:nvPr/>
          </p:nvSpPr>
          <p:spPr>
            <a:xfrm>
              <a:off x="73684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989;p49">
              <a:extLst>
                <a:ext uri="{FF2B5EF4-FFF2-40B4-BE49-F238E27FC236}">
                  <a16:creationId xmlns:a16="http://schemas.microsoft.com/office/drawing/2014/main" id="{9AAA8DF4-D5B2-48A3-B2DA-9B0FF0685936}"/>
                </a:ext>
              </a:extLst>
            </p:cNvPr>
            <p:cNvSpPr/>
            <p:nvPr/>
          </p:nvSpPr>
          <p:spPr>
            <a:xfrm>
              <a:off x="76426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990;p49">
              <a:extLst>
                <a:ext uri="{FF2B5EF4-FFF2-40B4-BE49-F238E27FC236}">
                  <a16:creationId xmlns:a16="http://schemas.microsoft.com/office/drawing/2014/main" id="{BBE7BACE-FDAE-7326-7399-404C47586033}"/>
                </a:ext>
              </a:extLst>
            </p:cNvPr>
            <p:cNvSpPr/>
            <p:nvPr/>
          </p:nvSpPr>
          <p:spPr>
            <a:xfrm>
              <a:off x="79168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991;p49">
              <a:extLst>
                <a:ext uri="{FF2B5EF4-FFF2-40B4-BE49-F238E27FC236}">
                  <a16:creationId xmlns:a16="http://schemas.microsoft.com/office/drawing/2014/main" id="{38DD5BD5-14D7-6865-CF39-159B86637BD1}"/>
                </a:ext>
              </a:extLst>
            </p:cNvPr>
            <p:cNvSpPr/>
            <p:nvPr/>
          </p:nvSpPr>
          <p:spPr>
            <a:xfrm>
              <a:off x="54490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992;p49">
              <a:extLst>
                <a:ext uri="{FF2B5EF4-FFF2-40B4-BE49-F238E27FC236}">
                  <a16:creationId xmlns:a16="http://schemas.microsoft.com/office/drawing/2014/main" id="{E764CFB6-0B6A-C6D8-8586-D83F28BA9822}"/>
                </a:ext>
              </a:extLst>
            </p:cNvPr>
            <p:cNvSpPr/>
            <p:nvPr/>
          </p:nvSpPr>
          <p:spPr>
            <a:xfrm>
              <a:off x="57232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993;p49">
              <a:extLst>
                <a:ext uri="{FF2B5EF4-FFF2-40B4-BE49-F238E27FC236}">
                  <a16:creationId xmlns:a16="http://schemas.microsoft.com/office/drawing/2014/main" id="{39CBB2AF-0682-61C9-D1EE-94867ACEE3F9}"/>
                </a:ext>
              </a:extLst>
            </p:cNvPr>
            <p:cNvSpPr/>
            <p:nvPr/>
          </p:nvSpPr>
          <p:spPr>
            <a:xfrm>
              <a:off x="59974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994;p49">
              <a:extLst>
                <a:ext uri="{FF2B5EF4-FFF2-40B4-BE49-F238E27FC236}">
                  <a16:creationId xmlns:a16="http://schemas.microsoft.com/office/drawing/2014/main" id="{90A396FF-C1CF-FFCD-4AE8-C3B79C46B387}"/>
                </a:ext>
              </a:extLst>
            </p:cNvPr>
            <p:cNvSpPr/>
            <p:nvPr/>
          </p:nvSpPr>
          <p:spPr>
            <a:xfrm>
              <a:off x="62716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995;p49">
              <a:extLst>
                <a:ext uri="{FF2B5EF4-FFF2-40B4-BE49-F238E27FC236}">
                  <a16:creationId xmlns:a16="http://schemas.microsoft.com/office/drawing/2014/main" id="{629DA8C0-1664-843C-6A50-C7CC2A228587}"/>
                </a:ext>
              </a:extLst>
            </p:cNvPr>
            <p:cNvSpPr/>
            <p:nvPr/>
          </p:nvSpPr>
          <p:spPr>
            <a:xfrm>
              <a:off x="65458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996;p49">
              <a:extLst>
                <a:ext uri="{FF2B5EF4-FFF2-40B4-BE49-F238E27FC236}">
                  <a16:creationId xmlns:a16="http://schemas.microsoft.com/office/drawing/2014/main" id="{F9622199-CB4E-7AD2-BE13-F4CF8536552F}"/>
                </a:ext>
              </a:extLst>
            </p:cNvPr>
            <p:cNvSpPr/>
            <p:nvPr/>
          </p:nvSpPr>
          <p:spPr>
            <a:xfrm>
              <a:off x="68200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997;p49">
              <a:extLst>
                <a:ext uri="{FF2B5EF4-FFF2-40B4-BE49-F238E27FC236}">
                  <a16:creationId xmlns:a16="http://schemas.microsoft.com/office/drawing/2014/main" id="{32B89101-B2C5-DC24-C351-B8C3A0AFDBE4}"/>
                </a:ext>
              </a:extLst>
            </p:cNvPr>
            <p:cNvSpPr/>
            <p:nvPr/>
          </p:nvSpPr>
          <p:spPr>
            <a:xfrm>
              <a:off x="70942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998;p49">
              <a:extLst>
                <a:ext uri="{FF2B5EF4-FFF2-40B4-BE49-F238E27FC236}">
                  <a16:creationId xmlns:a16="http://schemas.microsoft.com/office/drawing/2014/main" id="{35A57A5B-5EA6-BA29-426A-F427880E849C}"/>
                </a:ext>
              </a:extLst>
            </p:cNvPr>
            <p:cNvSpPr/>
            <p:nvPr/>
          </p:nvSpPr>
          <p:spPr>
            <a:xfrm>
              <a:off x="73684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999;p49">
              <a:extLst>
                <a:ext uri="{FF2B5EF4-FFF2-40B4-BE49-F238E27FC236}">
                  <a16:creationId xmlns:a16="http://schemas.microsoft.com/office/drawing/2014/main" id="{838AEE9F-666A-78E1-D8FD-E9668E0D6E8F}"/>
                </a:ext>
              </a:extLst>
            </p:cNvPr>
            <p:cNvSpPr/>
            <p:nvPr/>
          </p:nvSpPr>
          <p:spPr>
            <a:xfrm>
              <a:off x="76426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3000;p49">
              <a:extLst>
                <a:ext uri="{FF2B5EF4-FFF2-40B4-BE49-F238E27FC236}">
                  <a16:creationId xmlns:a16="http://schemas.microsoft.com/office/drawing/2014/main" id="{8A66CCCC-2674-6F98-189D-0AC91A149F3D}"/>
                </a:ext>
              </a:extLst>
            </p:cNvPr>
            <p:cNvSpPr/>
            <p:nvPr/>
          </p:nvSpPr>
          <p:spPr>
            <a:xfrm>
              <a:off x="79168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3001;p49">
              <a:extLst>
                <a:ext uri="{FF2B5EF4-FFF2-40B4-BE49-F238E27FC236}">
                  <a16:creationId xmlns:a16="http://schemas.microsoft.com/office/drawing/2014/main" id="{85860C35-52E0-F9D6-839B-E979C476618F}"/>
                </a:ext>
              </a:extLst>
            </p:cNvPr>
            <p:cNvSpPr/>
            <p:nvPr/>
          </p:nvSpPr>
          <p:spPr>
            <a:xfrm>
              <a:off x="54483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3002;p49">
              <a:extLst>
                <a:ext uri="{FF2B5EF4-FFF2-40B4-BE49-F238E27FC236}">
                  <a16:creationId xmlns:a16="http://schemas.microsoft.com/office/drawing/2014/main" id="{64AE627F-ABBB-6960-FDBD-378CC7B57E76}"/>
                </a:ext>
              </a:extLst>
            </p:cNvPr>
            <p:cNvSpPr/>
            <p:nvPr/>
          </p:nvSpPr>
          <p:spPr>
            <a:xfrm>
              <a:off x="57225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3003;p49">
              <a:extLst>
                <a:ext uri="{FF2B5EF4-FFF2-40B4-BE49-F238E27FC236}">
                  <a16:creationId xmlns:a16="http://schemas.microsoft.com/office/drawing/2014/main" id="{CC6B76DD-628F-2498-EF2D-1D5E737311C2}"/>
                </a:ext>
              </a:extLst>
            </p:cNvPr>
            <p:cNvSpPr/>
            <p:nvPr/>
          </p:nvSpPr>
          <p:spPr>
            <a:xfrm>
              <a:off x="59967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3004;p49">
              <a:extLst>
                <a:ext uri="{FF2B5EF4-FFF2-40B4-BE49-F238E27FC236}">
                  <a16:creationId xmlns:a16="http://schemas.microsoft.com/office/drawing/2014/main" id="{C0E178FD-DE31-42A8-FF9F-06565E412C4B}"/>
                </a:ext>
              </a:extLst>
            </p:cNvPr>
            <p:cNvSpPr/>
            <p:nvPr/>
          </p:nvSpPr>
          <p:spPr>
            <a:xfrm>
              <a:off x="62709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3005;p49">
              <a:extLst>
                <a:ext uri="{FF2B5EF4-FFF2-40B4-BE49-F238E27FC236}">
                  <a16:creationId xmlns:a16="http://schemas.microsoft.com/office/drawing/2014/main" id="{6981504B-B8AB-8E92-1079-ECCFED4E450F}"/>
                </a:ext>
              </a:extLst>
            </p:cNvPr>
            <p:cNvSpPr/>
            <p:nvPr/>
          </p:nvSpPr>
          <p:spPr>
            <a:xfrm>
              <a:off x="65451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3006;p49">
              <a:extLst>
                <a:ext uri="{FF2B5EF4-FFF2-40B4-BE49-F238E27FC236}">
                  <a16:creationId xmlns:a16="http://schemas.microsoft.com/office/drawing/2014/main" id="{661E2C8C-419E-13C0-C36E-52509D31FF56}"/>
                </a:ext>
              </a:extLst>
            </p:cNvPr>
            <p:cNvSpPr/>
            <p:nvPr/>
          </p:nvSpPr>
          <p:spPr>
            <a:xfrm>
              <a:off x="68193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3007;p49">
              <a:extLst>
                <a:ext uri="{FF2B5EF4-FFF2-40B4-BE49-F238E27FC236}">
                  <a16:creationId xmlns:a16="http://schemas.microsoft.com/office/drawing/2014/main" id="{7C3992C1-2F0A-A829-7E60-E54D9EBB29D1}"/>
                </a:ext>
              </a:extLst>
            </p:cNvPr>
            <p:cNvSpPr/>
            <p:nvPr/>
          </p:nvSpPr>
          <p:spPr>
            <a:xfrm>
              <a:off x="70935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3008;p49">
              <a:extLst>
                <a:ext uri="{FF2B5EF4-FFF2-40B4-BE49-F238E27FC236}">
                  <a16:creationId xmlns:a16="http://schemas.microsoft.com/office/drawing/2014/main" id="{A5F97BC2-F130-7C0C-1FBE-B18B28772FA5}"/>
                </a:ext>
              </a:extLst>
            </p:cNvPr>
            <p:cNvSpPr/>
            <p:nvPr/>
          </p:nvSpPr>
          <p:spPr>
            <a:xfrm>
              <a:off x="73677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3009;p49">
              <a:extLst>
                <a:ext uri="{FF2B5EF4-FFF2-40B4-BE49-F238E27FC236}">
                  <a16:creationId xmlns:a16="http://schemas.microsoft.com/office/drawing/2014/main" id="{BFC1532C-23EF-1906-DD20-4244DE2782B0}"/>
                </a:ext>
              </a:extLst>
            </p:cNvPr>
            <p:cNvSpPr/>
            <p:nvPr/>
          </p:nvSpPr>
          <p:spPr>
            <a:xfrm>
              <a:off x="76419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3010;p49">
              <a:extLst>
                <a:ext uri="{FF2B5EF4-FFF2-40B4-BE49-F238E27FC236}">
                  <a16:creationId xmlns:a16="http://schemas.microsoft.com/office/drawing/2014/main" id="{E0B5A921-2051-0F8A-45D8-85DAA0897FB4}"/>
                </a:ext>
              </a:extLst>
            </p:cNvPr>
            <p:cNvSpPr/>
            <p:nvPr/>
          </p:nvSpPr>
          <p:spPr>
            <a:xfrm>
              <a:off x="79161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3011;p49">
              <a:extLst>
                <a:ext uri="{FF2B5EF4-FFF2-40B4-BE49-F238E27FC236}">
                  <a16:creationId xmlns:a16="http://schemas.microsoft.com/office/drawing/2014/main" id="{50DA6F1A-E555-BA57-7F2D-9975C461443B}"/>
                </a:ext>
              </a:extLst>
            </p:cNvPr>
            <p:cNvSpPr/>
            <p:nvPr/>
          </p:nvSpPr>
          <p:spPr>
            <a:xfrm>
              <a:off x="54483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3012;p49">
              <a:extLst>
                <a:ext uri="{FF2B5EF4-FFF2-40B4-BE49-F238E27FC236}">
                  <a16:creationId xmlns:a16="http://schemas.microsoft.com/office/drawing/2014/main" id="{77D5B043-0289-A28C-C6F8-DB79A57474B9}"/>
                </a:ext>
              </a:extLst>
            </p:cNvPr>
            <p:cNvSpPr/>
            <p:nvPr/>
          </p:nvSpPr>
          <p:spPr>
            <a:xfrm>
              <a:off x="57225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3013;p49">
              <a:extLst>
                <a:ext uri="{FF2B5EF4-FFF2-40B4-BE49-F238E27FC236}">
                  <a16:creationId xmlns:a16="http://schemas.microsoft.com/office/drawing/2014/main" id="{83059D98-BB70-1BDE-6FB7-6BAB8326F649}"/>
                </a:ext>
              </a:extLst>
            </p:cNvPr>
            <p:cNvSpPr/>
            <p:nvPr/>
          </p:nvSpPr>
          <p:spPr>
            <a:xfrm>
              <a:off x="59967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3014;p49">
              <a:extLst>
                <a:ext uri="{FF2B5EF4-FFF2-40B4-BE49-F238E27FC236}">
                  <a16:creationId xmlns:a16="http://schemas.microsoft.com/office/drawing/2014/main" id="{E91E77BE-E3AA-5BF8-FB0F-ED38000428F7}"/>
                </a:ext>
              </a:extLst>
            </p:cNvPr>
            <p:cNvSpPr/>
            <p:nvPr/>
          </p:nvSpPr>
          <p:spPr>
            <a:xfrm>
              <a:off x="62709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3015;p49">
              <a:extLst>
                <a:ext uri="{FF2B5EF4-FFF2-40B4-BE49-F238E27FC236}">
                  <a16:creationId xmlns:a16="http://schemas.microsoft.com/office/drawing/2014/main" id="{8485C2D9-1AC0-52B9-6A8F-C88841828509}"/>
                </a:ext>
              </a:extLst>
            </p:cNvPr>
            <p:cNvSpPr/>
            <p:nvPr/>
          </p:nvSpPr>
          <p:spPr>
            <a:xfrm>
              <a:off x="65451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3016;p49">
              <a:extLst>
                <a:ext uri="{FF2B5EF4-FFF2-40B4-BE49-F238E27FC236}">
                  <a16:creationId xmlns:a16="http://schemas.microsoft.com/office/drawing/2014/main" id="{0161D0A4-A3B1-A90A-E883-D1C6745D6410}"/>
                </a:ext>
              </a:extLst>
            </p:cNvPr>
            <p:cNvSpPr/>
            <p:nvPr/>
          </p:nvSpPr>
          <p:spPr>
            <a:xfrm>
              <a:off x="68193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3017;p49">
              <a:extLst>
                <a:ext uri="{FF2B5EF4-FFF2-40B4-BE49-F238E27FC236}">
                  <a16:creationId xmlns:a16="http://schemas.microsoft.com/office/drawing/2014/main" id="{DB1C2469-ADD4-D488-5633-0709B2FD986A}"/>
                </a:ext>
              </a:extLst>
            </p:cNvPr>
            <p:cNvSpPr/>
            <p:nvPr/>
          </p:nvSpPr>
          <p:spPr>
            <a:xfrm>
              <a:off x="70935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3018;p49">
              <a:extLst>
                <a:ext uri="{FF2B5EF4-FFF2-40B4-BE49-F238E27FC236}">
                  <a16:creationId xmlns:a16="http://schemas.microsoft.com/office/drawing/2014/main" id="{E50C6D20-1136-94EB-4281-81A4F73D3849}"/>
                </a:ext>
              </a:extLst>
            </p:cNvPr>
            <p:cNvSpPr/>
            <p:nvPr/>
          </p:nvSpPr>
          <p:spPr>
            <a:xfrm>
              <a:off x="73677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3019;p49">
              <a:extLst>
                <a:ext uri="{FF2B5EF4-FFF2-40B4-BE49-F238E27FC236}">
                  <a16:creationId xmlns:a16="http://schemas.microsoft.com/office/drawing/2014/main" id="{72A5CBD0-4876-F978-A2C5-B7BFD6C520C3}"/>
                </a:ext>
              </a:extLst>
            </p:cNvPr>
            <p:cNvSpPr/>
            <p:nvPr/>
          </p:nvSpPr>
          <p:spPr>
            <a:xfrm>
              <a:off x="76419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3020;p49">
              <a:extLst>
                <a:ext uri="{FF2B5EF4-FFF2-40B4-BE49-F238E27FC236}">
                  <a16:creationId xmlns:a16="http://schemas.microsoft.com/office/drawing/2014/main" id="{24E6B8F2-0D40-EC0D-94AF-83D44BEF6641}"/>
                </a:ext>
              </a:extLst>
            </p:cNvPr>
            <p:cNvSpPr/>
            <p:nvPr/>
          </p:nvSpPr>
          <p:spPr>
            <a:xfrm>
              <a:off x="79161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3021;p49">
              <a:extLst>
                <a:ext uri="{FF2B5EF4-FFF2-40B4-BE49-F238E27FC236}">
                  <a16:creationId xmlns:a16="http://schemas.microsoft.com/office/drawing/2014/main" id="{5BEED57F-32CF-E0B5-CEC8-0191ED0C682F}"/>
                </a:ext>
              </a:extLst>
            </p:cNvPr>
            <p:cNvSpPr/>
            <p:nvPr/>
          </p:nvSpPr>
          <p:spPr>
            <a:xfrm>
              <a:off x="54490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3022;p49">
              <a:extLst>
                <a:ext uri="{FF2B5EF4-FFF2-40B4-BE49-F238E27FC236}">
                  <a16:creationId xmlns:a16="http://schemas.microsoft.com/office/drawing/2014/main" id="{138B9CCE-9F54-C30A-EF10-5A41FF19A03E}"/>
                </a:ext>
              </a:extLst>
            </p:cNvPr>
            <p:cNvSpPr/>
            <p:nvPr/>
          </p:nvSpPr>
          <p:spPr>
            <a:xfrm>
              <a:off x="57232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3023;p49">
              <a:extLst>
                <a:ext uri="{FF2B5EF4-FFF2-40B4-BE49-F238E27FC236}">
                  <a16:creationId xmlns:a16="http://schemas.microsoft.com/office/drawing/2014/main" id="{F62186C8-FE20-6B79-3BD1-4571CFCECC64}"/>
                </a:ext>
              </a:extLst>
            </p:cNvPr>
            <p:cNvSpPr/>
            <p:nvPr/>
          </p:nvSpPr>
          <p:spPr>
            <a:xfrm>
              <a:off x="59974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3024;p49">
              <a:extLst>
                <a:ext uri="{FF2B5EF4-FFF2-40B4-BE49-F238E27FC236}">
                  <a16:creationId xmlns:a16="http://schemas.microsoft.com/office/drawing/2014/main" id="{AC828B24-7EC8-4ACB-9506-B90B0584B7B7}"/>
                </a:ext>
              </a:extLst>
            </p:cNvPr>
            <p:cNvSpPr/>
            <p:nvPr/>
          </p:nvSpPr>
          <p:spPr>
            <a:xfrm>
              <a:off x="62716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3025;p49">
              <a:extLst>
                <a:ext uri="{FF2B5EF4-FFF2-40B4-BE49-F238E27FC236}">
                  <a16:creationId xmlns:a16="http://schemas.microsoft.com/office/drawing/2014/main" id="{34CADB31-386B-4312-018D-D75B781510F1}"/>
                </a:ext>
              </a:extLst>
            </p:cNvPr>
            <p:cNvSpPr/>
            <p:nvPr/>
          </p:nvSpPr>
          <p:spPr>
            <a:xfrm>
              <a:off x="65458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3026;p49">
              <a:extLst>
                <a:ext uri="{FF2B5EF4-FFF2-40B4-BE49-F238E27FC236}">
                  <a16:creationId xmlns:a16="http://schemas.microsoft.com/office/drawing/2014/main" id="{4F030A7C-B649-BB18-428F-C93AEE08E190}"/>
                </a:ext>
              </a:extLst>
            </p:cNvPr>
            <p:cNvSpPr/>
            <p:nvPr/>
          </p:nvSpPr>
          <p:spPr>
            <a:xfrm>
              <a:off x="68200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3027;p49">
              <a:extLst>
                <a:ext uri="{FF2B5EF4-FFF2-40B4-BE49-F238E27FC236}">
                  <a16:creationId xmlns:a16="http://schemas.microsoft.com/office/drawing/2014/main" id="{1646A621-4AD8-A4BB-6788-F375B7F67485}"/>
                </a:ext>
              </a:extLst>
            </p:cNvPr>
            <p:cNvSpPr/>
            <p:nvPr/>
          </p:nvSpPr>
          <p:spPr>
            <a:xfrm>
              <a:off x="70942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3028;p49">
              <a:extLst>
                <a:ext uri="{FF2B5EF4-FFF2-40B4-BE49-F238E27FC236}">
                  <a16:creationId xmlns:a16="http://schemas.microsoft.com/office/drawing/2014/main" id="{C221E781-BDDC-F18B-C7BE-20544E2396AC}"/>
                </a:ext>
              </a:extLst>
            </p:cNvPr>
            <p:cNvSpPr/>
            <p:nvPr/>
          </p:nvSpPr>
          <p:spPr>
            <a:xfrm>
              <a:off x="73684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3029;p49">
              <a:extLst>
                <a:ext uri="{FF2B5EF4-FFF2-40B4-BE49-F238E27FC236}">
                  <a16:creationId xmlns:a16="http://schemas.microsoft.com/office/drawing/2014/main" id="{C9AA78C7-5ABD-0FBE-F13B-C7C0C570DA8C}"/>
                </a:ext>
              </a:extLst>
            </p:cNvPr>
            <p:cNvSpPr/>
            <p:nvPr/>
          </p:nvSpPr>
          <p:spPr>
            <a:xfrm>
              <a:off x="76426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30;p49">
              <a:extLst>
                <a:ext uri="{FF2B5EF4-FFF2-40B4-BE49-F238E27FC236}">
                  <a16:creationId xmlns:a16="http://schemas.microsoft.com/office/drawing/2014/main" id="{659129B9-51C6-46C5-502E-1BF61AD4C15D}"/>
                </a:ext>
              </a:extLst>
            </p:cNvPr>
            <p:cNvSpPr/>
            <p:nvPr/>
          </p:nvSpPr>
          <p:spPr>
            <a:xfrm>
              <a:off x="79168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31;p49">
              <a:extLst>
                <a:ext uri="{FF2B5EF4-FFF2-40B4-BE49-F238E27FC236}">
                  <a16:creationId xmlns:a16="http://schemas.microsoft.com/office/drawing/2014/main" id="{CA1C555C-75B7-0C90-56C6-26BFAB97AE50}"/>
                </a:ext>
              </a:extLst>
            </p:cNvPr>
            <p:cNvSpPr/>
            <p:nvPr/>
          </p:nvSpPr>
          <p:spPr>
            <a:xfrm>
              <a:off x="54490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32;p49">
              <a:extLst>
                <a:ext uri="{FF2B5EF4-FFF2-40B4-BE49-F238E27FC236}">
                  <a16:creationId xmlns:a16="http://schemas.microsoft.com/office/drawing/2014/main" id="{1F23E090-14A7-92E8-6A0E-E1A1A0C8CF92}"/>
                </a:ext>
              </a:extLst>
            </p:cNvPr>
            <p:cNvSpPr/>
            <p:nvPr/>
          </p:nvSpPr>
          <p:spPr>
            <a:xfrm>
              <a:off x="57232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3;p49">
              <a:extLst>
                <a:ext uri="{FF2B5EF4-FFF2-40B4-BE49-F238E27FC236}">
                  <a16:creationId xmlns:a16="http://schemas.microsoft.com/office/drawing/2014/main" id="{68B57518-3245-0525-2A80-4E7AD29ADFBE}"/>
                </a:ext>
              </a:extLst>
            </p:cNvPr>
            <p:cNvSpPr/>
            <p:nvPr/>
          </p:nvSpPr>
          <p:spPr>
            <a:xfrm>
              <a:off x="59974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34;p49">
              <a:extLst>
                <a:ext uri="{FF2B5EF4-FFF2-40B4-BE49-F238E27FC236}">
                  <a16:creationId xmlns:a16="http://schemas.microsoft.com/office/drawing/2014/main" id="{0DCF1EEB-4514-0260-1FD4-41F749713828}"/>
                </a:ext>
              </a:extLst>
            </p:cNvPr>
            <p:cNvSpPr/>
            <p:nvPr/>
          </p:nvSpPr>
          <p:spPr>
            <a:xfrm>
              <a:off x="62716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35;p49">
              <a:extLst>
                <a:ext uri="{FF2B5EF4-FFF2-40B4-BE49-F238E27FC236}">
                  <a16:creationId xmlns:a16="http://schemas.microsoft.com/office/drawing/2014/main" id="{51CD1ED4-5BC6-4B08-9C41-BFD349FE4C72}"/>
                </a:ext>
              </a:extLst>
            </p:cNvPr>
            <p:cNvSpPr/>
            <p:nvPr/>
          </p:nvSpPr>
          <p:spPr>
            <a:xfrm>
              <a:off x="65458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36;p49">
              <a:extLst>
                <a:ext uri="{FF2B5EF4-FFF2-40B4-BE49-F238E27FC236}">
                  <a16:creationId xmlns:a16="http://schemas.microsoft.com/office/drawing/2014/main" id="{CA2BAFE9-4885-30F8-36A1-8CAA4E45F598}"/>
                </a:ext>
              </a:extLst>
            </p:cNvPr>
            <p:cNvSpPr/>
            <p:nvPr/>
          </p:nvSpPr>
          <p:spPr>
            <a:xfrm>
              <a:off x="68200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37;p49">
              <a:extLst>
                <a:ext uri="{FF2B5EF4-FFF2-40B4-BE49-F238E27FC236}">
                  <a16:creationId xmlns:a16="http://schemas.microsoft.com/office/drawing/2014/main" id="{082636BF-7B66-C8D1-B794-4F9C891396A2}"/>
                </a:ext>
              </a:extLst>
            </p:cNvPr>
            <p:cNvSpPr/>
            <p:nvPr/>
          </p:nvSpPr>
          <p:spPr>
            <a:xfrm>
              <a:off x="70942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38;p49">
              <a:extLst>
                <a:ext uri="{FF2B5EF4-FFF2-40B4-BE49-F238E27FC236}">
                  <a16:creationId xmlns:a16="http://schemas.microsoft.com/office/drawing/2014/main" id="{61883425-D486-1148-84D4-301D246A5B5F}"/>
                </a:ext>
              </a:extLst>
            </p:cNvPr>
            <p:cNvSpPr/>
            <p:nvPr/>
          </p:nvSpPr>
          <p:spPr>
            <a:xfrm>
              <a:off x="73684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39;p49">
              <a:extLst>
                <a:ext uri="{FF2B5EF4-FFF2-40B4-BE49-F238E27FC236}">
                  <a16:creationId xmlns:a16="http://schemas.microsoft.com/office/drawing/2014/main" id="{90EBA15E-72F4-8A6B-FBBB-7400EDC0A4D8}"/>
                </a:ext>
              </a:extLst>
            </p:cNvPr>
            <p:cNvSpPr/>
            <p:nvPr/>
          </p:nvSpPr>
          <p:spPr>
            <a:xfrm>
              <a:off x="76426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040;p49">
              <a:extLst>
                <a:ext uri="{FF2B5EF4-FFF2-40B4-BE49-F238E27FC236}">
                  <a16:creationId xmlns:a16="http://schemas.microsoft.com/office/drawing/2014/main" id="{42634110-A589-C51C-34D5-74C8802BE1CD}"/>
                </a:ext>
              </a:extLst>
            </p:cNvPr>
            <p:cNvSpPr/>
            <p:nvPr/>
          </p:nvSpPr>
          <p:spPr>
            <a:xfrm>
              <a:off x="79168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041;p49">
              <a:extLst>
                <a:ext uri="{FF2B5EF4-FFF2-40B4-BE49-F238E27FC236}">
                  <a16:creationId xmlns:a16="http://schemas.microsoft.com/office/drawing/2014/main" id="{A32CDEB0-348D-AE1B-4437-3A77DD13F535}"/>
                </a:ext>
              </a:extLst>
            </p:cNvPr>
            <p:cNvSpPr/>
            <p:nvPr/>
          </p:nvSpPr>
          <p:spPr>
            <a:xfrm>
              <a:off x="54490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042;p49">
              <a:extLst>
                <a:ext uri="{FF2B5EF4-FFF2-40B4-BE49-F238E27FC236}">
                  <a16:creationId xmlns:a16="http://schemas.microsoft.com/office/drawing/2014/main" id="{012EDBE3-367E-A2BA-2212-7C56BC61E7D5}"/>
                </a:ext>
              </a:extLst>
            </p:cNvPr>
            <p:cNvSpPr/>
            <p:nvPr/>
          </p:nvSpPr>
          <p:spPr>
            <a:xfrm>
              <a:off x="57232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043;p49">
              <a:extLst>
                <a:ext uri="{FF2B5EF4-FFF2-40B4-BE49-F238E27FC236}">
                  <a16:creationId xmlns:a16="http://schemas.microsoft.com/office/drawing/2014/main" id="{EAC975EA-1E57-8131-2AC4-4BA7912E6D96}"/>
                </a:ext>
              </a:extLst>
            </p:cNvPr>
            <p:cNvSpPr/>
            <p:nvPr/>
          </p:nvSpPr>
          <p:spPr>
            <a:xfrm>
              <a:off x="59974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044;p49">
              <a:extLst>
                <a:ext uri="{FF2B5EF4-FFF2-40B4-BE49-F238E27FC236}">
                  <a16:creationId xmlns:a16="http://schemas.microsoft.com/office/drawing/2014/main" id="{D2FB9EF4-7DBE-1BD8-FFB6-EC5A20EDD7AD}"/>
                </a:ext>
              </a:extLst>
            </p:cNvPr>
            <p:cNvSpPr/>
            <p:nvPr/>
          </p:nvSpPr>
          <p:spPr>
            <a:xfrm>
              <a:off x="62716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045;p49">
              <a:extLst>
                <a:ext uri="{FF2B5EF4-FFF2-40B4-BE49-F238E27FC236}">
                  <a16:creationId xmlns:a16="http://schemas.microsoft.com/office/drawing/2014/main" id="{92A6D792-34B8-20F0-A42B-CC171D1AD83B}"/>
                </a:ext>
              </a:extLst>
            </p:cNvPr>
            <p:cNvSpPr/>
            <p:nvPr/>
          </p:nvSpPr>
          <p:spPr>
            <a:xfrm>
              <a:off x="65458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046;p49">
              <a:extLst>
                <a:ext uri="{FF2B5EF4-FFF2-40B4-BE49-F238E27FC236}">
                  <a16:creationId xmlns:a16="http://schemas.microsoft.com/office/drawing/2014/main" id="{0EF19EB0-AAEE-0C99-4B49-379C462E35EE}"/>
                </a:ext>
              </a:extLst>
            </p:cNvPr>
            <p:cNvSpPr/>
            <p:nvPr/>
          </p:nvSpPr>
          <p:spPr>
            <a:xfrm>
              <a:off x="68200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047;p49">
              <a:extLst>
                <a:ext uri="{FF2B5EF4-FFF2-40B4-BE49-F238E27FC236}">
                  <a16:creationId xmlns:a16="http://schemas.microsoft.com/office/drawing/2014/main" id="{865C2ABB-7716-40C8-AD0E-A3DDF98C2C52}"/>
                </a:ext>
              </a:extLst>
            </p:cNvPr>
            <p:cNvSpPr/>
            <p:nvPr/>
          </p:nvSpPr>
          <p:spPr>
            <a:xfrm>
              <a:off x="70942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048;p49">
              <a:extLst>
                <a:ext uri="{FF2B5EF4-FFF2-40B4-BE49-F238E27FC236}">
                  <a16:creationId xmlns:a16="http://schemas.microsoft.com/office/drawing/2014/main" id="{36F22D66-E732-D69A-0773-F42789DD9276}"/>
                </a:ext>
              </a:extLst>
            </p:cNvPr>
            <p:cNvSpPr/>
            <p:nvPr/>
          </p:nvSpPr>
          <p:spPr>
            <a:xfrm>
              <a:off x="73684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049;p49">
              <a:extLst>
                <a:ext uri="{FF2B5EF4-FFF2-40B4-BE49-F238E27FC236}">
                  <a16:creationId xmlns:a16="http://schemas.microsoft.com/office/drawing/2014/main" id="{F2263EF2-A998-05DE-C328-61BEB61A1C0B}"/>
                </a:ext>
              </a:extLst>
            </p:cNvPr>
            <p:cNvSpPr/>
            <p:nvPr/>
          </p:nvSpPr>
          <p:spPr>
            <a:xfrm>
              <a:off x="76426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050;p49">
              <a:extLst>
                <a:ext uri="{FF2B5EF4-FFF2-40B4-BE49-F238E27FC236}">
                  <a16:creationId xmlns:a16="http://schemas.microsoft.com/office/drawing/2014/main" id="{FC4247C9-703E-BDDD-152A-58E036B1E7BA}"/>
                </a:ext>
              </a:extLst>
            </p:cNvPr>
            <p:cNvSpPr/>
            <p:nvPr/>
          </p:nvSpPr>
          <p:spPr>
            <a:xfrm>
              <a:off x="79168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3064;p49">
            <a:extLst>
              <a:ext uri="{FF2B5EF4-FFF2-40B4-BE49-F238E27FC236}">
                <a16:creationId xmlns:a16="http://schemas.microsoft.com/office/drawing/2014/main" id="{0815753A-6F7E-1F18-B879-2BBEFC0FB00A}"/>
              </a:ext>
            </a:extLst>
          </p:cNvPr>
          <p:cNvGrpSpPr/>
          <p:nvPr/>
        </p:nvGrpSpPr>
        <p:grpSpPr>
          <a:xfrm>
            <a:off x="2692400" y="2133600"/>
            <a:ext cx="660400" cy="685800"/>
            <a:chOff x="5274478" y="161353"/>
            <a:chExt cx="2200237" cy="2274977"/>
          </a:xfrm>
        </p:grpSpPr>
        <p:grpSp>
          <p:nvGrpSpPr>
            <p:cNvPr id="322" name="Google Shape;3065;p49">
              <a:extLst>
                <a:ext uri="{FF2B5EF4-FFF2-40B4-BE49-F238E27FC236}">
                  <a16:creationId xmlns:a16="http://schemas.microsoft.com/office/drawing/2014/main" id="{616D2D50-ED2A-ADEE-666E-997A40855CFD}"/>
                </a:ext>
              </a:extLst>
            </p:cNvPr>
            <p:cNvGrpSpPr/>
            <p:nvPr/>
          </p:nvGrpSpPr>
          <p:grpSpPr>
            <a:xfrm>
              <a:off x="5706772" y="743968"/>
              <a:ext cx="1767944" cy="1692362"/>
              <a:chOff x="5448325" y="610550"/>
              <a:chExt cx="2742700" cy="2742000"/>
            </a:xfrm>
          </p:grpSpPr>
          <p:sp>
            <p:nvSpPr>
              <p:cNvPr id="336" name="Google Shape;3066;p49">
                <a:extLst>
                  <a:ext uri="{FF2B5EF4-FFF2-40B4-BE49-F238E27FC236}">
                    <a16:creationId xmlns:a16="http://schemas.microsoft.com/office/drawing/2014/main" id="{446757A4-FCDC-1FDF-3D44-F1B87FB6F779}"/>
                  </a:ext>
                </a:extLst>
              </p:cNvPr>
              <p:cNvSpPr/>
              <p:nvPr/>
            </p:nvSpPr>
            <p:spPr>
              <a:xfrm>
                <a:off x="54483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067;p49">
                <a:extLst>
                  <a:ext uri="{FF2B5EF4-FFF2-40B4-BE49-F238E27FC236}">
                    <a16:creationId xmlns:a16="http://schemas.microsoft.com/office/drawing/2014/main" id="{FF0DB971-2684-C873-CDA4-8CF5F7229830}"/>
                  </a:ext>
                </a:extLst>
              </p:cNvPr>
              <p:cNvSpPr/>
              <p:nvPr/>
            </p:nvSpPr>
            <p:spPr>
              <a:xfrm>
                <a:off x="5722525" y="6105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068;p49">
                <a:extLst>
                  <a:ext uri="{FF2B5EF4-FFF2-40B4-BE49-F238E27FC236}">
                    <a16:creationId xmlns:a16="http://schemas.microsoft.com/office/drawing/2014/main" id="{EFCBA9F6-14E2-D1CD-F1D4-E40E30E84267}"/>
                  </a:ext>
                </a:extLst>
              </p:cNvPr>
              <p:cNvSpPr/>
              <p:nvPr/>
            </p:nvSpPr>
            <p:spPr>
              <a:xfrm>
                <a:off x="5996725" y="6105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069;p49">
                <a:extLst>
                  <a:ext uri="{FF2B5EF4-FFF2-40B4-BE49-F238E27FC236}">
                    <a16:creationId xmlns:a16="http://schemas.microsoft.com/office/drawing/2014/main" id="{438F3089-1119-0E8B-30E8-18003BD03C34}"/>
                  </a:ext>
                </a:extLst>
              </p:cNvPr>
              <p:cNvSpPr/>
              <p:nvPr/>
            </p:nvSpPr>
            <p:spPr>
              <a:xfrm>
                <a:off x="6270925" y="6105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070;p49">
                <a:extLst>
                  <a:ext uri="{FF2B5EF4-FFF2-40B4-BE49-F238E27FC236}">
                    <a16:creationId xmlns:a16="http://schemas.microsoft.com/office/drawing/2014/main" id="{01E44E02-2E59-72E0-66B9-FF776C4EE85B}"/>
                  </a:ext>
                </a:extLst>
              </p:cNvPr>
              <p:cNvSpPr/>
              <p:nvPr/>
            </p:nvSpPr>
            <p:spPr>
              <a:xfrm>
                <a:off x="65451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071;p49">
                <a:extLst>
                  <a:ext uri="{FF2B5EF4-FFF2-40B4-BE49-F238E27FC236}">
                    <a16:creationId xmlns:a16="http://schemas.microsoft.com/office/drawing/2014/main" id="{173C2922-4507-E805-62E5-A6B90054F503}"/>
                  </a:ext>
                </a:extLst>
              </p:cNvPr>
              <p:cNvSpPr/>
              <p:nvPr/>
            </p:nvSpPr>
            <p:spPr>
              <a:xfrm>
                <a:off x="68193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072;p49">
                <a:extLst>
                  <a:ext uri="{FF2B5EF4-FFF2-40B4-BE49-F238E27FC236}">
                    <a16:creationId xmlns:a16="http://schemas.microsoft.com/office/drawing/2014/main" id="{CE06C1C4-635F-6D57-CECA-57318AE3FCFB}"/>
                  </a:ext>
                </a:extLst>
              </p:cNvPr>
              <p:cNvSpPr/>
              <p:nvPr/>
            </p:nvSpPr>
            <p:spPr>
              <a:xfrm>
                <a:off x="70935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073;p49">
                <a:extLst>
                  <a:ext uri="{FF2B5EF4-FFF2-40B4-BE49-F238E27FC236}">
                    <a16:creationId xmlns:a16="http://schemas.microsoft.com/office/drawing/2014/main" id="{E3860D53-B2F9-3624-F425-BE37BA5DB3AB}"/>
                  </a:ext>
                </a:extLst>
              </p:cNvPr>
              <p:cNvSpPr/>
              <p:nvPr/>
            </p:nvSpPr>
            <p:spPr>
              <a:xfrm>
                <a:off x="73677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074;p49">
                <a:extLst>
                  <a:ext uri="{FF2B5EF4-FFF2-40B4-BE49-F238E27FC236}">
                    <a16:creationId xmlns:a16="http://schemas.microsoft.com/office/drawing/2014/main" id="{07EEA779-9433-A68D-D35D-8D0328E31D34}"/>
                  </a:ext>
                </a:extLst>
              </p:cNvPr>
              <p:cNvSpPr/>
              <p:nvPr/>
            </p:nvSpPr>
            <p:spPr>
              <a:xfrm>
                <a:off x="76419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075;p49">
                <a:extLst>
                  <a:ext uri="{FF2B5EF4-FFF2-40B4-BE49-F238E27FC236}">
                    <a16:creationId xmlns:a16="http://schemas.microsoft.com/office/drawing/2014/main" id="{08952474-AB46-F154-F8D1-8FDE434E7838}"/>
                  </a:ext>
                </a:extLst>
              </p:cNvPr>
              <p:cNvSpPr/>
              <p:nvPr/>
            </p:nvSpPr>
            <p:spPr>
              <a:xfrm>
                <a:off x="79161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076;p49">
                <a:extLst>
                  <a:ext uri="{FF2B5EF4-FFF2-40B4-BE49-F238E27FC236}">
                    <a16:creationId xmlns:a16="http://schemas.microsoft.com/office/drawing/2014/main" id="{F84E74BF-6C32-3927-69BD-1A53D104F5A5}"/>
                  </a:ext>
                </a:extLst>
              </p:cNvPr>
              <p:cNvSpPr/>
              <p:nvPr/>
            </p:nvSpPr>
            <p:spPr>
              <a:xfrm>
                <a:off x="54483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077;p49">
                <a:extLst>
                  <a:ext uri="{FF2B5EF4-FFF2-40B4-BE49-F238E27FC236}">
                    <a16:creationId xmlns:a16="http://schemas.microsoft.com/office/drawing/2014/main" id="{B1DEB95E-FD0C-4E64-E82C-CE718E4CA0A2}"/>
                  </a:ext>
                </a:extLst>
              </p:cNvPr>
              <p:cNvSpPr/>
              <p:nvPr/>
            </p:nvSpPr>
            <p:spPr>
              <a:xfrm>
                <a:off x="5722525" y="8847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078;p49">
                <a:extLst>
                  <a:ext uri="{FF2B5EF4-FFF2-40B4-BE49-F238E27FC236}">
                    <a16:creationId xmlns:a16="http://schemas.microsoft.com/office/drawing/2014/main" id="{79DEC036-8AB1-91A7-3C3A-C4259B3F6A30}"/>
                  </a:ext>
                </a:extLst>
              </p:cNvPr>
              <p:cNvSpPr/>
              <p:nvPr/>
            </p:nvSpPr>
            <p:spPr>
              <a:xfrm>
                <a:off x="5996725" y="8847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079;p49">
                <a:extLst>
                  <a:ext uri="{FF2B5EF4-FFF2-40B4-BE49-F238E27FC236}">
                    <a16:creationId xmlns:a16="http://schemas.microsoft.com/office/drawing/2014/main" id="{8A343296-4008-8F42-2952-7F831BF5CD7A}"/>
                  </a:ext>
                </a:extLst>
              </p:cNvPr>
              <p:cNvSpPr/>
              <p:nvPr/>
            </p:nvSpPr>
            <p:spPr>
              <a:xfrm>
                <a:off x="6270925" y="8847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080;p49">
                <a:extLst>
                  <a:ext uri="{FF2B5EF4-FFF2-40B4-BE49-F238E27FC236}">
                    <a16:creationId xmlns:a16="http://schemas.microsoft.com/office/drawing/2014/main" id="{B5D4146B-81BB-EC8A-292E-E6950224EA31}"/>
                  </a:ext>
                </a:extLst>
              </p:cNvPr>
              <p:cNvSpPr/>
              <p:nvPr/>
            </p:nvSpPr>
            <p:spPr>
              <a:xfrm>
                <a:off x="65451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081;p49">
                <a:extLst>
                  <a:ext uri="{FF2B5EF4-FFF2-40B4-BE49-F238E27FC236}">
                    <a16:creationId xmlns:a16="http://schemas.microsoft.com/office/drawing/2014/main" id="{0542ED3E-5397-5463-9D50-4BF0E5090CD1}"/>
                  </a:ext>
                </a:extLst>
              </p:cNvPr>
              <p:cNvSpPr/>
              <p:nvPr/>
            </p:nvSpPr>
            <p:spPr>
              <a:xfrm>
                <a:off x="68193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082;p49">
                <a:extLst>
                  <a:ext uri="{FF2B5EF4-FFF2-40B4-BE49-F238E27FC236}">
                    <a16:creationId xmlns:a16="http://schemas.microsoft.com/office/drawing/2014/main" id="{BE15A290-6DAB-7B98-9F5A-79A23D9A807D}"/>
                  </a:ext>
                </a:extLst>
              </p:cNvPr>
              <p:cNvSpPr/>
              <p:nvPr/>
            </p:nvSpPr>
            <p:spPr>
              <a:xfrm>
                <a:off x="70935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083;p49">
                <a:extLst>
                  <a:ext uri="{FF2B5EF4-FFF2-40B4-BE49-F238E27FC236}">
                    <a16:creationId xmlns:a16="http://schemas.microsoft.com/office/drawing/2014/main" id="{ABF35191-CE8D-A09E-22DB-65CD54DDA692}"/>
                  </a:ext>
                </a:extLst>
              </p:cNvPr>
              <p:cNvSpPr/>
              <p:nvPr/>
            </p:nvSpPr>
            <p:spPr>
              <a:xfrm>
                <a:off x="73677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084;p49">
                <a:extLst>
                  <a:ext uri="{FF2B5EF4-FFF2-40B4-BE49-F238E27FC236}">
                    <a16:creationId xmlns:a16="http://schemas.microsoft.com/office/drawing/2014/main" id="{642B1646-1B30-3929-1973-3BE72F31B7EE}"/>
                  </a:ext>
                </a:extLst>
              </p:cNvPr>
              <p:cNvSpPr/>
              <p:nvPr/>
            </p:nvSpPr>
            <p:spPr>
              <a:xfrm>
                <a:off x="76419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085;p49">
                <a:extLst>
                  <a:ext uri="{FF2B5EF4-FFF2-40B4-BE49-F238E27FC236}">
                    <a16:creationId xmlns:a16="http://schemas.microsoft.com/office/drawing/2014/main" id="{4E211A00-E88B-090F-3912-527547442A50}"/>
                  </a:ext>
                </a:extLst>
              </p:cNvPr>
              <p:cNvSpPr/>
              <p:nvPr/>
            </p:nvSpPr>
            <p:spPr>
              <a:xfrm>
                <a:off x="79161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086;p49">
                <a:extLst>
                  <a:ext uri="{FF2B5EF4-FFF2-40B4-BE49-F238E27FC236}">
                    <a16:creationId xmlns:a16="http://schemas.microsoft.com/office/drawing/2014/main" id="{4CB8C19A-5A85-64FD-B24F-F2535DD938A5}"/>
                  </a:ext>
                </a:extLst>
              </p:cNvPr>
              <p:cNvSpPr/>
              <p:nvPr/>
            </p:nvSpPr>
            <p:spPr>
              <a:xfrm>
                <a:off x="54490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087;p49">
                <a:extLst>
                  <a:ext uri="{FF2B5EF4-FFF2-40B4-BE49-F238E27FC236}">
                    <a16:creationId xmlns:a16="http://schemas.microsoft.com/office/drawing/2014/main" id="{39E7F05F-70AE-0C24-0D14-2DDF227308F9}"/>
                  </a:ext>
                </a:extLst>
              </p:cNvPr>
              <p:cNvSpPr/>
              <p:nvPr/>
            </p:nvSpPr>
            <p:spPr>
              <a:xfrm>
                <a:off x="5723225" y="11589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088;p49">
                <a:extLst>
                  <a:ext uri="{FF2B5EF4-FFF2-40B4-BE49-F238E27FC236}">
                    <a16:creationId xmlns:a16="http://schemas.microsoft.com/office/drawing/2014/main" id="{D495D7CA-968A-9741-A691-A726956B39AA}"/>
                  </a:ext>
                </a:extLst>
              </p:cNvPr>
              <p:cNvSpPr/>
              <p:nvPr/>
            </p:nvSpPr>
            <p:spPr>
              <a:xfrm>
                <a:off x="5997425" y="11589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089;p49">
                <a:extLst>
                  <a:ext uri="{FF2B5EF4-FFF2-40B4-BE49-F238E27FC236}">
                    <a16:creationId xmlns:a16="http://schemas.microsoft.com/office/drawing/2014/main" id="{0DC693DE-3219-7D2A-2340-D2AB224A0E4C}"/>
                  </a:ext>
                </a:extLst>
              </p:cNvPr>
              <p:cNvSpPr/>
              <p:nvPr/>
            </p:nvSpPr>
            <p:spPr>
              <a:xfrm>
                <a:off x="6271625" y="11589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090;p49">
                <a:extLst>
                  <a:ext uri="{FF2B5EF4-FFF2-40B4-BE49-F238E27FC236}">
                    <a16:creationId xmlns:a16="http://schemas.microsoft.com/office/drawing/2014/main" id="{F6AD8A7A-91DA-5812-E552-A76E46DFCC84}"/>
                  </a:ext>
                </a:extLst>
              </p:cNvPr>
              <p:cNvSpPr/>
              <p:nvPr/>
            </p:nvSpPr>
            <p:spPr>
              <a:xfrm>
                <a:off x="65458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091;p49">
                <a:extLst>
                  <a:ext uri="{FF2B5EF4-FFF2-40B4-BE49-F238E27FC236}">
                    <a16:creationId xmlns:a16="http://schemas.microsoft.com/office/drawing/2014/main" id="{754E0483-378B-E047-1978-601D3F476712}"/>
                  </a:ext>
                </a:extLst>
              </p:cNvPr>
              <p:cNvSpPr/>
              <p:nvPr/>
            </p:nvSpPr>
            <p:spPr>
              <a:xfrm>
                <a:off x="68200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092;p49">
                <a:extLst>
                  <a:ext uri="{FF2B5EF4-FFF2-40B4-BE49-F238E27FC236}">
                    <a16:creationId xmlns:a16="http://schemas.microsoft.com/office/drawing/2014/main" id="{A2A434E1-70EC-7F5D-B176-DEB6F352F99C}"/>
                  </a:ext>
                </a:extLst>
              </p:cNvPr>
              <p:cNvSpPr/>
              <p:nvPr/>
            </p:nvSpPr>
            <p:spPr>
              <a:xfrm>
                <a:off x="70942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093;p49">
                <a:extLst>
                  <a:ext uri="{FF2B5EF4-FFF2-40B4-BE49-F238E27FC236}">
                    <a16:creationId xmlns:a16="http://schemas.microsoft.com/office/drawing/2014/main" id="{E3949512-0CC1-B7C4-A988-C04FFE50C4B2}"/>
                  </a:ext>
                </a:extLst>
              </p:cNvPr>
              <p:cNvSpPr/>
              <p:nvPr/>
            </p:nvSpPr>
            <p:spPr>
              <a:xfrm>
                <a:off x="73684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094;p49">
                <a:extLst>
                  <a:ext uri="{FF2B5EF4-FFF2-40B4-BE49-F238E27FC236}">
                    <a16:creationId xmlns:a16="http://schemas.microsoft.com/office/drawing/2014/main" id="{F2AB6B6F-D8D8-57AC-39CB-9D581BD2756C}"/>
                  </a:ext>
                </a:extLst>
              </p:cNvPr>
              <p:cNvSpPr/>
              <p:nvPr/>
            </p:nvSpPr>
            <p:spPr>
              <a:xfrm>
                <a:off x="76426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095;p49">
                <a:extLst>
                  <a:ext uri="{FF2B5EF4-FFF2-40B4-BE49-F238E27FC236}">
                    <a16:creationId xmlns:a16="http://schemas.microsoft.com/office/drawing/2014/main" id="{ACA3CA89-4CD8-90F8-3582-72CF2320D2F6}"/>
                  </a:ext>
                </a:extLst>
              </p:cNvPr>
              <p:cNvSpPr/>
              <p:nvPr/>
            </p:nvSpPr>
            <p:spPr>
              <a:xfrm>
                <a:off x="79168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096;p49">
                <a:extLst>
                  <a:ext uri="{FF2B5EF4-FFF2-40B4-BE49-F238E27FC236}">
                    <a16:creationId xmlns:a16="http://schemas.microsoft.com/office/drawing/2014/main" id="{8A1C92CB-3EC8-562F-36B9-F8A55D83C6E2}"/>
                  </a:ext>
                </a:extLst>
              </p:cNvPr>
              <p:cNvSpPr/>
              <p:nvPr/>
            </p:nvSpPr>
            <p:spPr>
              <a:xfrm>
                <a:off x="54490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097;p49">
                <a:extLst>
                  <a:ext uri="{FF2B5EF4-FFF2-40B4-BE49-F238E27FC236}">
                    <a16:creationId xmlns:a16="http://schemas.microsoft.com/office/drawing/2014/main" id="{1DC00E4A-C36F-CF49-E6EE-918FA16332A5}"/>
                  </a:ext>
                </a:extLst>
              </p:cNvPr>
              <p:cNvSpPr/>
              <p:nvPr/>
            </p:nvSpPr>
            <p:spPr>
              <a:xfrm>
                <a:off x="57232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098;p49">
                <a:extLst>
                  <a:ext uri="{FF2B5EF4-FFF2-40B4-BE49-F238E27FC236}">
                    <a16:creationId xmlns:a16="http://schemas.microsoft.com/office/drawing/2014/main" id="{496D2060-E481-A44A-E05A-8A722DC3296E}"/>
                  </a:ext>
                </a:extLst>
              </p:cNvPr>
              <p:cNvSpPr/>
              <p:nvPr/>
            </p:nvSpPr>
            <p:spPr>
              <a:xfrm>
                <a:off x="59974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099;p49">
                <a:extLst>
                  <a:ext uri="{FF2B5EF4-FFF2-40B4-BE49-F238E27FC236}">
                    <a16:creationId xmlns:a16="http://schemas.microsoft.com/office/drawing/2014/main" id="{8EAAFBCF-FF80-56EC-E3B1-975AC241BF3B}"/>
                  </a:ext>
                </a:extLst>
              </p:cNvPr>
              <p:cNvSpPr/>
              <p:nvPr/>
            </p:nvSpPr>
            <p:spPr>
              <a:xfrm>
                <a:off x="62716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100;p49">
                <a:extLst>
                  <a:ext uri="{FF2B5EF4-FFF2-40B4-BE49-F238E27FC236}">
                    <a16:creationId xmlns:a16="http://schemas.microsoft.com/office/drawing/2014/main" id="{8B8F05B1-4D99-4784-79A7-346818F21751}"/>
                  </a:ext>
                </a:extLst>
              </p:cNvPr>
              <p:cNvSpPr/>
              <p:nvPr/>
            </p:nvSpPr>
            <p:spPr>
              <a:xfrm>
                <a:off x="65458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101;p49">
                <a:extLst>
                  <a:ext uri="{FF2B5EF4-FFF2-40B4-BE49-F238E27FC236}">
                    <a16:creationId xmlns:a16="http://schemas.microsoft.com/office/drawing/2014/main" id="{5F5287B4-0FF9-1BB5-BA9D-6708BCBE26B6}"/>
                  </a:ext>
                </a:extLst>
              </p:cNvPr>
              <p:cNvSpPr/>
              <p:nvPr/>
            </p:nvSpPr>
            <p:spPr>
              <a:xfrm>
                <a:off x="68200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102;p49">
                <a:extLst>
                  <a:ext uri="{FF2B5EF4-FFF2-40B4-BE49-F238E27FC236}">
                    <a16:creationId xmlns:a16="http://schemas.microsoft.com/office/drawing/2014/main" id="{C3DD8E76-BDC3-F8DD-33B7-5720DBE13D95}"/>
                  </a:ext>
                </a:extLst>
              </p:cNvPr>
              <p:cNvSpPr/>
              <p:nvPr/>
            </p:nvSpPr>
            <p:spPr>
              <a:xfrm>
                <a:off x="70942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103;p49">
                <a:extLst>
                  <a:ext uri="{FF2B5EF4-FFF2-40B4-BE49-F238E27FC236}">
                    <a16:creationId xmlns:a16="http://schemas.microsoft.com/office/drawing/2014/main" id="{BE6D4E67-394E-CAE1-48D2-99749D345D03}"/>
                  </a:ext>
                </a:extLst>
              </p:cNvPr>
              <p:cNvSpPr/>
              <p:nvPr/>
            </p:nvSpPr>
            <p:spPr>
              <a:xfrm>
                <a:off x="73684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104;p49">
                <a:extLst>
                  <a:ext uri="{FF2B5EF4-FFF2-40B4-BE49-F238E27FC236}">
                    <a16:creationId xmlns:a16="http://schemas.microsoft.com/office/drawing/2014/main" id="{315D7260-60AC-A7AD-A00B-639FCBB505BB}"/>
                  </a:ext>
                </a:extLst>
              </p:cNvPr>
              <p:cNvSpPr/>
              <p:nvPr/>
            </p:nvSpPr>
            <p:spPr>
              <a:xfrm>
                <a:off x="76426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105;p49">
                <a:extLst>
                  <a:ext uri="{FF2B5EF4-FFF2-40B4-BE49-F238E27FC236}">
                    <a16:creationId xmlns:a16="http://schemas.microsoft.com/office/drawing/2014/main" id="{601E1C4D-581A-B041-FDDE-6E5300782815}"/>
                  </a:ext>
                </a:extLst>
              </p:cNvPr>
              <p:cNvSpPr/>
              <p:nvPr/>
            </p:nvSpPr>
            <p:spPr>
              <a:xfrm>
                <a:off x="79168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106;p49">
                <a:extLst>
                  <a:ext uri="{FF2B5EF4-FFF2-40B4-BE49-F238E27FC236}">
                    <a16:creationId xmlns:a16="http://schemas.microsoft.com/office/drawing/2014/main" id="{03BD3C68-730A-6A87-02CB-0CBB30EFD52C}"/>
                  </a:ext>
                </a:extLst>
              </p:cNvPr>
              <p:cNvSpPr/>
              <p:nvPr/>
            </p:nvSpPr>
            <p:spPr>
              <a:xfrm>
                <a:off x="54490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107;p49">
                <a:extLst>
                  <a:ext uri="{FF2B5EF4-FFF2-40B4-BE49-F238E27FC236}">
                    <a16:creationId xmlns:a16="http://schemas.microsoft.com/office/drawing/2014/main" id="{57871881-A699-3908-4C15-8B6B4DFB5282}"/>
                  </a:ext>
                </a:extLst>
              </p:cNvPr>
              <p:cNvSpPr/>
              <p:nvPr/>
            </p:nvSpPr>
            <p:spPr>
              <a:xfrm>
                <a:off x="57232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108;p49">
                <a:extLst>
                  <a:ext uri="{FF2B5EF4-FFF2-40B4-BE49-F238E27FC236}">
                    <a16:creationId xmlns:a16="http://schemas.microsoft.com/office/drawing/2014/main" id="{E98640B0-29E9-F217-AD27-9BDA071FD066}"/>
                  </a:ext>
                </a:extLst>
              </p:cNvPr>
              <p:cNvSpPr/>
              <p:nvPr/>
            </p:nvSpPr>
            <p:spPr>
              <a:xfrm>
                <a:off x="59974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109;p49">
                <a:extLst>
                  <a:ext uri="{FF2B5EF4-FFF2-40B4-BE49-F238E27FC236}">
                    <a16:creationId xmlns:a16="http://schemas.microsoft.com/office/drawing/2014/main" id="{A2DBDEDF-DD2F-024A-4520-8CA15523B5A0}"/>
                  </a:ext>
                </a:extLst>
              </p:cNvPr>
              <p:cNvSpPr/>
              <p:nvPr/>
            </p:nvSpPr>
            <p:spPr>
              <a:xfrm>
                <a:off x="62716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110;p49">
                <a:extLst>
                  <a:ext uri="{FF2B5EF4-FFF2-40B4-BE49-F238E27FC236}">
                    <a16:creationId xmlns:a16="http://schemas.microsoft.com/office/drawing/2014/main" id="{D2F11CF6-D1DC-0176-A96C-9C11C28D3FA4}"/>
                  </a:ext>
                </a:extLst>
              </p:cNvPr>
              <p:cNvSpPr/>
              <p:nvPr/>
            </p:nvSpPr>
            <p:spPr>
              <a:xfrm>
                <a:off x="65458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111;p49">
                <a:extLst>
                  <a:ext uri="{FF2B5EF4-FFF2-40B4-BE49-F238E27FC236}">
                    <a16:creationId xmlns:a16="http://schemas.microsoft.com/office/drawing/2014/main" id="{CF4CAE9E-54F4-22FC-E2C0-073B52724AB3}"/>
                  </a:ext>
                </a:extLst>
              </p:cNvPr>
              <p:cNvSpPr/>
              <p:nvPr/>
            </p:nvSpPr>
            <p:spPr>
              <a:xfrm>
                <a:off x="68200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112;p49">
                <a:extLst>
                  <a:ext uri="{FF2B5EF4-FFF2-40B4-BE49-F238E27FC236}">
                    <a16:creationId xmlns:a16="http://schemas.microsoft.com/office/drawing/2014/main" id="{3BAFA26F-AFA3-14E8-E0BB-25FD73E47E34}"/>
                  </a:ext>
                </a:extLst>
              </p:cNvPr>
              <p:cNvSpPr/>
              <p:nvPr/>
            </p:nvSpPr>
            <p:spPr>
              <a:xfrm>
                <a:off x="70942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113;p49">
                <a:extLst>
                  <a:ext uri="{FF2B5EF4-FFF2-40B4-BE49-F238E27FC236}">
                    <a16:creationId xmlns:a16="http://schemas.microsoft.com/office/drawing/2014/main" id="{9821C6CB-7869-9097-DF91-F2E6EE3E3897}"/>
                  </a:ext>
                </a:extLst>
              </p:cNvPr>
              <p:cNvSpPr/>
              <p:nvPr/>
            </p:nvSpPr>
            <p:spPr>
              <a:xfrm>
                <a:off x="73684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114;p49">
                <a:extLst>
                  <a:ext uri="{FF2B5EF4-FFF2-40B4-BE49-F238E27FC236}">
                    <a16:creationId xmlns:a16="http://schemas.microsoft.com/office/drawing/2014/main" id="{79D5443E-60C7-26E6-21F4-3B6B5E298AAF}"/>
                  </a:ext>
                </a:extLst>
              </p:cNvPr>
              <p:cNvSpPr/>
              <p:nvPr/>
            </p:nvSpPr>
            <p:spPr>
              <a:xfrm>
                <a:off x="76426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115;p49">
                <a:extLst>
                  <a:ext uri="{FF2B5EF4-FFF2-40B4-BE49-F238E27FC236}">
                    <a16:creationId xmlns:a16="http://schemas.microsoft.com/office/drawing/2014/main" id="{FEBC60A9-F78E-8E18-D11A-6F33C6A432E1}"/>
                  </a:ext>
                </a:extLst>
              </p:cNvPr>
              <p:cNvSpPr/>
              <p:nvPr/>
            </p:nvSpPr>
            <p:spPr>
              <a:xfrm>
                <a:off x="79168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116;p49">
                <a:extLst>
                  <a:ext uri="{FF2B5EF4-FFF2-40B4-BE49-F238E27FC236}">
                    <a16:creationId xmlns:a16="http://schemas.microsoft.com/office/drawing/2014/main" id="{E7421AEB-7C9A-5DDC-DA39-BF1C154F85BA}"/>
                  </a:ext>
                </a:extLst>
              </p:cNvPr>
              <p:cNvSpPr/>
              <p:nvPr/>
            </p:nvSpPr>
            <p:spPr>
              <a:xfrm>
                <a:off x="54483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117;p49">
                <a:extLst>
                  <a:ext uri="{FF2B5EF4-FFF2-40B4-BE49-F238E27FC236}">
                    <a16:creationId xmlns:a16="http://schemas.microsoft.com/office/drawing/2014/main" id="{C156BBAF-7FF9-DEFE-C4FA-549FBFF75F20}"/>
                  </a:ext>
                </a:extLst>
              </p:cNvPr>
              <p:cNvSpPr/>
              <p:nvPr/>
            </p:nvSpPr>
            <p:spPr>
              <a:xfrm>
                <a:off x="57225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118;p49">
                <a:extLst>
                  <a:ext uri="{FF2B5EF4-FFF2-40B4-BE49-F238E27FC236}">
                    <a16:creationId xmlns:a16="http://schemas.microsoft.com/office/drawing/2014/main" id="{F9CE33D8-CB4E-A638-E6D9-1900220866B9}"/>
                  </a:ext>
                </a:extLst>
              </p:cNvPr>
              <p:cNvSpPr/>
              <p:nvPr/>
            </p:nvSpPr>
            <p:spPr>
              <a:xfrm>
                <a:off x="59967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119;p49">
                <a:extLst>
                  <a:ext uri="{FF2B5EF4-FFF2-40B4-BE49-F238E27FC236}">
                    <a16:creationId xmlns:a16="http://schemas.microsoft.com/office/drawing/2014/main" id="{41D441BB-32F8-D765-4953-6F46E09F8086}"/>
                  </a:ext>
                </a:extLst>
              </p:cNvPr>
              <p:cNvSpPr/>
              <p:nvPr/>
            </p:nvSpPr>
            <p:spPr>
              <a:xfrm>
                <a:off x="62709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120;p49">
                <a:extLst>
                  <a:ext uri="{FF2B5EF4-FFF2-40B4-BE49-F238E27FC236}">
                    <a16:creationId xmlns:a16="http://schemas.microsoft.com/office/drawing/2014/main" id="{009A1581-F5BF-9F17-FD8D-46C30FFF94DD}"/>
                  </a:ext>
                </a:extLst>
              </p:cNvPr>
              <p:cNvSpPr/>
              <p:nvPr/>
            </p:nvSpPr>
            <p:spPr>
              <a:xfrm>
                <a:off x="65451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121;p49">
                <a:extLst>
                  <a:ext uri="{FF2B5EF4-FFF2-40B4-BE49-F238E27FC236}">
                    <a16:creationId xmlns:a16="http://schemas.microsoft.com/office/drawing/2014/main" id="{2D4ECA6E-23B5-10D9-3925-892302C4F81F}"/>
                  </a:ext>
                </a:extLst>
              </p:cNvPr>
              <p:cNvSpPr/>
              <p:nvPr/>
            </p:nvSpPr>
            <p:spPr>
              <a:xfrm>
                <a:off x="68193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122;p49">
                <a:extLst>
                  <a:ext uri="{FF2B5EF4-FFF2-40B4-BE49-F238E27FC236}">
                    <a16:creationId xmlns:a16="http://schemas.microsoft.com/office/drawing/2014/main" id="{DE707F95-EAA3-FB97-8372-E513FC88FC1C}"/>
                  </a:ext>
                </a:extLst>
              </p:cNvPr>
              <p:cNvSpPr/>
              <p:nvPr/>
            </p:nvSpPr>
            <p:spPr>
              <a:xfrm>
                <a:off x="70935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123;p49">
                <a:extLst>
                  <a:ext uri="{FF2B5EF4-FFF2-40B4-BE49-F238E27FC236}">
                    <a16:creationId xmlns:a16="http://schemas.microsoft.com/office/drawing/2014/main" id="{C9545257-0C17-728F-7F7F-1ADF199C4910}"/>
                  </a:ext>
                </a:extLst>
              </p:cNvPr>
              <p:cNvSpPr/>
              <p:nvPr/>
            </p:nvSpPr>
            <p:spPr>
              <a:xfrm>
                <a:off x="73677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124;p49">
                <a:extLst>
                  <a:ext uri="{FF2B5EF4-FFF2-40B4-BE49-F238E27FC236}">
                    <a16:creationId xmlns:a16="http://schemas.microsoft.com/office/drawing/2014/main" id="{4B739748-DAC9-98C3-A2D2-31FC7BC74C12}"/>
                  </a:ext>
                </a:extLst>
              </p:cNvPr>
              <p:cNvSpPr/>
              <p:nvPr/>
            </p:nvSpPr>
            <p:spPr>
              <a:xfrm>
                <a:off x="76419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125;p49">
                <a:extLst>
                  <a:ext uri="{FF2B5EF4-FFF2-40B4-BE49-F238E27FC236}">
                    <a16:creationId xmlns:a16="http://schemas.microsoft.com/office/drawing/2014/main" id="{23A780C1-1F30-384C-399E-7CCDD056A115}"/>
                  </a:ext>
                </a:extLst>
              </p:cNvPr>
              <p:cNvSpPr/>
              <p:nvPr/>
            </p:nvSpPr>
            <p:spPr>
              <a:xfrm>
                <a:off x="79161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126;p49">
                <a:extLst>
                  <a:ext uri="{FF2B5EF4-FFF2-40B4-BE49-F238E27FC236}">
                    <a16:creationId xmlns:a16="http://schemas.microsoft.com/office/drawing/2014/main" id="{DF9D0C03-D208-C5C5-A8FF-1D61EA07234D}"/>
                  </a:ext>
                </a:extLst>
              </p:cNvPr>
              <p:cNvSpPr/>
              <p:nvPr/>
            </p:nvSpPr>
            <p:spPr>
              <a:xfrm>
                <a:off x="54483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127;p49">
                <a:extLst>
                  <a:ext uri="{FF2B5EF4-FFF2-40B4-BE49-F238E27FC236}">
                    <a16:creationId xmlns:a16="http://schemas.microsoft.com/office/drawing/2014/main" id="{A8644308-F66C-4626-4B3A-F1F48993FEAB}"/>
                  </a:ext>
                </a:extLst>
              </p:cNvPr>
              <p:cNvSpPr/>
              <p:nvPr/>
            </p:nvSpPr>
            <p:spPr>
              <a:xfrm>
                <a:off x="57225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128;p49">
                <a:extLst>
                  <a:ext uri="{FF2B5EF4-FFF2-40B4-BE49-F238E27FC236}">
                    <a16:creationId xmlns:a16="http://schemas.microsoft.com/office/drawing/2014/main" id="{3B430500-70C7-CA3C-99D7-6B38D77B043B}"/>
                  </a:ext>
                </a:extLst>
              </p:cNvPr>
              <p:cNvSpPr/>
              <p:nvPr/>
            </p:nvSpPr>
            <p:spPr>
              <a:xfrm>
                <a:off x="59967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129;p49">
                <a:extLst>
                  <a:ext uri="{FF2B5EF4-FFF2-40B4-BE49-F238E27FC236}">
                    <a16:creationId xmlns:a16="http://schemas.microsoft.com/office/drawing/2014/main" id="{FEEA3F1E-A136-FDCD-F9BE-0A41669D3331}"/>
                  </a:ext>
                </a:extLst>
              </p:cNvPr>
              <p:cNvSpPr/>
              <p:nvPr/>
            </p:nvSpPr>
            <p:spPr>
              <a:xfrm>
                <a:off x="62709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3130;p49">
                <a:extLst>
                  <a:ext uri="{FF2B5EF4-FFF2-40B4-BE49-F238E27FC236}">
                    <a16:creationId xmlns:a16="http://schemas.microsoft.com/office/drawing/2014/main" id="{F639F35F-C6D5-0034-8898-04EA03FBB212}"/>
                  </a:ext>
                </a:extLst>
              </p:cNvPr>
              <p:cNvSpPr/>
              <p:nvPr/>
            </p:nvSpPr>
            <p:spPr>
              <a:xfrm>
                <a:off x="65451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3131;p49">
                <a:extLst>
                  <a:ext uri="{FF2B5EF4-FFF2-40B4-BE49-F238E27FC236}">
                    <a16:creationId xmlns:a16="http://schemas.microsoft.com/office/drawing/2014/main" id="{CB729405-70FA-60EF-11A4-17EF899CD529}"/>
                  </a:ext>
                </a:extLst>
              </p:cNvPr>
              <p:cNvSpPr/>
              <p:nvPr/>
            </p:nvSpPr>
            <p:spPr>
              <a:xfrm>
                <a:off x="68193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3132;p49">
                <a:extLst>
                  <a:ext uri="{FF2B5EF4-FFF2-40B4-BE49-F238E27FC236}">
                    <a16:creationId xmlns:a16="http://schemas.microsoft.com/office/drawing/2014/main" id="{CB2CF94B-46B5-656C-0113-8B6EFFD05AAB}"/>
                  </a:ext>
                </a:extLst>
              </p:cNvPr>
              <p:cNvSpPr/>
              <p:nvPr/>
            </p:nvSpPr>
            <p:spPr>
              <a:xfrm>
                <a:off x="70935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3133;p49">
                <a:extLst>
                  <a:ext uri="{FF2B5EF4-FFF2-40B4-BE49-F238E27FC236}">
                    <a16:creationId xmlns:a16="http://schemas.microsoft.com/office/drawing/2014/main" id="{90724FBB-4980-258A-849E-D1846841BE5C}"/>
                  </a:ext>
                </a:extLst>
              </p:cNvPr>
              <p:cNvSpPr/>
              <p:nvPr/>
            </p:nvSpPr>
            <p:spPr>
              <a:xfrm>
                <a:off x="73677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3134;p49">
                <a:extLst>
                  <a:ext uri="{FF2B5EF4-FFF2-40B4-BE49-F238E27FC236}">
                    <a16:creationId xmlns:a16="http://schemas.microsoft.com/office/drawing/2014/main" id="{6EE87403-2676-84B3-4971-F94C84E1D204}"/>
                  </a:ext>
                </a:extLst>
              </p:cNvPr>
              <p:cNvSpPr/>
              <p:nvPr/>
            </p:nvSpPr>
            <p:spPr>
              <a:xfrm>
                <a:off x="76419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3135;p49">
                <a:extLst>
                  <a:ext uri="{FF2B5EF4-FFF2-40B4-BE49-F238E27FC236}">
                    <a16:creationId xmlns:a16="http://schemas.microsoft.com/office/drawing/2014/main" id="{A8DF9BE7-6BA6-D198-75E3-960BF62AFF8D}"/>
                  </a:ext>
                </a:extLst>
              </p:cNvPr>
              <p:cNvSpPr/>
              <p:nvPr/>
            </p:nvSpPr>
            <p:spPr>
              <a:xfrm>
                <a:off x="79161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3136;p49">
                <a:extLst>
                  <a:ext uri="{FF2B5EF4-FFF2-40B4-BE49-F238E27FC236}">
                    <a16:creationId xmlns:a16="http://schemas.microsoft.com/office/drawing/2014/main" id="{999FCAE5-5FFA-6351-9BD7-7ACB27A9C37F}"/>
                  </a:ext>
                </a:extLst>
              </p:cNvPr>
              <p:cNvSpPr/>
              <p:nvPr/>
            </p:nvSpPr>
            <p:spPr>
              <a:xfrm>
                <a:off x="54490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3137;p49">
                <a:extLst>
                  <a:ext uri="{FF2B5EF4-FFF2-40B4-BE49-F238E27FC236}">
                    <a16:creationId xmlns:a16="http://schemas.microsoft.com/office/drawing/2014/main" id="{9FA5105E-3A13-59EB-3065-863F6E221873}"/>
                  </a:ext>
                </a:extLst>
              </p:cNvPr>
              <p:cNvSpPr/>
              <p:nvPr/>
            </p:nvSpPr>
            <p:spPr>
              <a:xfrm>
                <a:off x="57232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3138;p49">
                <a:extLst>
                  <a:ext uri="{FF2B5EF4-FFF2-40B4-BE49-F238E27FC236}">
                    <a16:creationId xmlns:a16="http://schemas.microsoft.com/office/drawing/2014/main" id="{9FB85124-8699-8BFC-6CDD-BFAAC8325F1E}"/>
                  </a:ext>
                </a:extLst>
              </p:cNvPr>
              <p:cNvSpPr/>
              <p:nvPr/>
            </p:nvSpPr>
            <p:spPr>
              <a:xfrm>
                <a:off x="59974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3139;p49">
                <a:extLst>
                  <a:ext uri="{FF2B5EF4-FFF2-40B4-BE49-F238E27FC236}">
                    <a16:creationId xmlns:a16="http://schemas.microsoft.com/office/drawing/2014/main" id="{2E5CF94A-D026-06C1-7C60-3A6DBD014885}"/>
                  </a:ext>
                </a:extLst>
              </p:cNvPr>
              <p:cNvSpPr/>
              <p:nvPr/>
            </p:nvSpPr>
            <p:spPr>
              <a:xfrm>
                <a:off x="62716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3140;p49">
                <a:extLst>
                  <a:ext uri="{FF2B5EF4-FFF2-40B4-BE49-F238E27FC236}">
                    <a16:creationId xmlns:a16="http://schemas.microsoft.com/office/drawing/2014/main" id="{D2B1FF1B-475B-4D24-1D0C-11CB3A7CB5E6}"/>
                  </a:ext>
                </a:extLst>
              </p:cNvPr>
              <p:cNvSpPr/>
              <p:nvPr/>
            </p:nvSpPr>
            <p:spPr>
              <a:xfrm>
                <a:off x="65458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3141;p49">
                <a:extLst>
                  <a:ext uri="{FF2B5EF4-FFF2-40B4-BE49-F238E27FC236}">
                    <a16:creationId xmlns:a16="http://schemas.microsoft.com/office/drawing/2014/main" id="{AAC9DA76-4DEB-3E3C-D6E3-5FE400BBDE25}"/>
                  </a:ext>
                </a:extLst>
              </p:cNvPr>
              <p:cNvSpPr/>
              <p:nvPr/>
            </p:nvSpPr>
            <p:spPr>
              <a:xfrm>
                <a:off x="68200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3142;p49">
                <a:extLst>
                  <a:ext uri="{FF2B5EF4-FFF2-40B4-BE49-F238E27FC236}">
                    <a16:creationId xmlns:a16="http://schemas.microsoft.com/office/drawing/2014/main" id="{D5BF1BB2-4754-5C4A-670D-6946B989DD88}"/>
                  </a:ext>
                </a:extLst>
              </p:cNvPr>
              <p:cNvSpPr/>
              <p:nvPr/>
            </p:nvSpPr>
            <p:spPr>
              <a:xfrm>
                <a:off x="70942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3143;p49">
                <a:extLst>
                  <a:ext uri="{FF2B5EF4-FFF2-40B4-BE49-F238E27FC236}">
                    <a16:creationId xmlns:a16="http://schemas.microsoft.com/office/drawing/2014/main" id="{E7A9A99F-FBAF-990B-420D-56DBA69E96AA}"/>
                  </a:ext>
                </a:extLst>
              </p:cNvPr>
              <p:cNvSpPr/>
              <p:nvPr/>
            </p:nvSpPr>
            <p:spPr>
              <a:xfrm>
                <a:off x="73684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3144;p49">
                <a:extLst>
                  <a:ext uri="{FF2B5EF4-FFF2-40B4-BE49-F238E27FC236}">
                    <a16:creationId xmlns:a16="http://schemas.microsoft.com/office/drawing/2014/main" id="{2DD92378-B4A8-C997-B962-0A35C137CFDC}"/>
                  </a:ext>
                </a:extLst>
              </p:cNvPr>
              <p:cNvSpPr/>
              <p:nvPr/>
            </p:nvSpPr>
            <p:spPr>
              <a:xfrm>
                <a:off x="76426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3145;p49">
                <a:extLst>
                  <a:ext uri="{FF2B5EF4-FFF2-40B4-BE49-F238E27FC236}">
                    <a16:creationId xmlns:a16="http://schemas.microsoft.com/office/drawing/2014/main" id="{080D74BC-3689-3C37-655B-1448238DD90F}"/>
                  </a:ext>
                </a:extLst>
              </p:cNvPr>
              <p:cNvSpPr/>
              <p:nvPr/>
            </p:nvSpPr>
            <p:spPr>
              <a:xfrm>
                <a:off x="79168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3146;p49">
                <a:extLst>
                  <a:ext uri="{FF2B5EF4-FFF2-40B4-BE49-F238E27FC236}">
                    <a16:creationId xmlns:a16="http://schemas.microsoft.com/office/drawing/2014/main" id="{0B8FFDC3-9F9F-B825-E641-762160C6B31C}"/>
                  </a:ext>
                </a:extLst>
              </p:cNvPr>
              <p:cNvSpPr/>
              <p:nvPr/>
            </p:nvSpPr>
            <p:spPr>
              <a:xfrm>
                <a:off x="54490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3147;p49">
                <a:extLst>
                  <a:ext uri="{FF2B5EF4-FFF2-40B4-BE49-F238E27FC236}">
                    <a16:creationId xmlns:a16="http://schemas.microsoft.com/office/drawing/2014/main" id="{C7800108-811D-965E-C4F0-DBBEAC7A8CF4}"/>
                  </a:ext>
                </a:extLst>
              </p:cNvPr>
              <p:cNvSpPr/>
              <p:nvPr/>
            </p:nvSpPr>
            <p:spPr>
              <a:xfrm>
                <a:off x="57232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3148;p49">
                <a:extLst>
                  <a:ext uri="{FF2B5EF4-FFF2-40B4-BE49-F238E27FC236}">
                    <a16:creationId xmlns:a16="http://schemas.microsoft.com/office/drawing/2014/main" id="{710CAECC-801B-816B-6070-F030A529F7F4}"/>
                  </a:ext>
                </a:extLst>
              </p:cNvPr>
              <p:cNvSpPr/>
              <p:nvPr/>
            </p:nvSpPr>
            <p:spPr>
              <a:xfrm>
                <a:off x="59974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3149;p49">
                <a:extLst>
                  <a:ext uri="{FF2B5EF4-FFF2-40B4-BE49-F238E27FC236}">
                    <a16:creationId xmlns:a16="http://schemas.microsoft.com/office/drawing/2014/main" id="{252A55D1-945D-835A-FDE9-D4F4FDA15ED5}"/>
                  </a:ext>
                </a:extLst>
              </p:cNvPr>
              <p:cNvSpPr/>
              <p:nvPr/>
            </p:nvSpPr>
            <p:spPr>
              <a:xfrm>
                <a:off x="62716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3150;p49">
                <a:extLst>
                  <a:ext uri="{FF2B5EF4-FFF2-40B4-BE49-F238E27FC236}">
                    <a16:creationId xmlns:a16="http://schemas.microsoft.com/office/drawing/2014/main" id="{5A9326A6-2FF2-2EFC-1069-4AACAA847D8A}"/>
                  </a:ext>
                </a:extLst>
              </p:cNvPr>
              <p:cNvSpPr/>
              <p:nvPr/>
            </p:nvSpPr>
            <p:spPr>
              <a:xfrm>
                <a:off x="65458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3151;p49">
                <a:extLst>
                  <a:ext uri="{FF2B5EF4-FFF2-40B4-BE49-F238E27FC236}">
                    <a16:creationId xmlns:a16="http://schemas.microsoft.com/office/drawing/2014/main" id="{1226F135-3DB8-0755-9779-A7422319618B}"/>
                  </a:ext>
                </a:extLst>
              </p:cNvPr>
              <p:cNvSpPr/>
              <p:nvPr/>
            </p:nvSpPr>
            <p:spPr>
              <a:xfrm>
                <a:off x="68200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3152;p49">
                <a:extLst>
                  <a:ext uri="{FF2B5EF4-FFF2-40B4-BE49-F238E27FC236}">
                    <a16:creationId xmlns:a16="http://schemas.microsoft.com/office/drawing/2014/main" id="{9207DE7B-BD66-4EAA-1695-C4D0F9A4B9DE}"/>
                  </a:ext>
                </a:extLst>
              </p:cNvPr>
              <p:cNvSpPr/>
              <p:nvPr/>
            </p:nvSpPr>
            <p:spPr>
              <a:xfrm>
                <a:off x="70942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3153;p49">
                <a:extLst>
                  <a:ext uri="{FF2B5EF4-FFF2-40B4-BE49-F238E27FC236}">
                    <a16:creationId xmlns:a16="http://schemas.microsoft.com/office/drawing/2014/main" id="{D4831B81-6CA0-5CA7-5679-FD6E17FB3244}"/>
                  </a:ext>
                </a:extLst>
              </p:cNvPr>
              <p:cNvSpPr/>
              <p:nvPr/>
            </p:nvSpPr>
            <p:spPr>
              <a:xfrm>
                <a:off x="73684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3154;p49">
                <a:extLst>
                  <a:ext uri="{FF2B5EF4-FFF2-40B4-BE49-F238E27FC236}">
                    <a16:creationId xmlns:a16="http://schemas.microsoft.com/office/drawing/2014/main" id="{5DDD995C-DDD8-C264-314E-3110C92B8DF7}"/>
                  </a:ext>
                </a:extLst>
              </p:cNvPr>
              <p:cNvSpPr/>
              <p:nvPr/>
            </p:nvSpPr>
            <p:spPr>
              <a:xfrm>
                <a:off x="76426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3155;p49">
                <a:extLst>
                  <a:ext uri="{FF2B5EF4-FFF2-40B4-BE49-F238E27FC236}">
                    <a16:creationId xmlns:a16="http://schemas.microsoft.com/office/drawing/2014/main" id="{B7652612-9EA0-AE33-B418-E680E5919409}"/>
                  </a:ext>
                </a:extLst>
              </p:cNvPr>
              <p:cNvSpPr/>
              <p:nvPr/>
            </p:nvSpPr>
            <p:spPr>
              <a:xfrm>
                <a:off x="79168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3156;p49">
                <a:extLst>
                  <a:ext uri="{FF2B5EF4-FFF2-40B4-BE49-F238E27FC236}">
                    <a16:creationId xmlns:a16="http://schemas.microsoft.com/office/drawing/2014/main" id="{C8006F81-911B-3BDC-07B3-39D1811C39F4}"/>
                  </a:ext>
                </a:extLst>
              </p:cNvPr>
              <p:cNvSpPr/>
              <p:nvPr/>
            </p:nvSpPr>
            <p:spPr>
              <a:xfrm>
                <a:off x="5449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3157;p49">
                <a:extLst>
                  <a:ext uri="{FF2B5EF4-FFF2-40B4-BE49-F238E27FC236}">
                    <a16:creationId xmlns:a16="http://schemas.microsoft.com/office/drawing/2014/main" id="{463ADE85-1E6C-EB0A-2425-2C54A99C0DC1}"/>
                  </a:ext>
                </a:extLst>
              </p:cNvPr>
              <p:cNvSpPr/>
              <p:nvPr/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3158;p49">
                <a:extLst>
                  <a:ext uri="{FF2B5EF4-FFF2-40B4-BE49-F238E27FC236}">
                    <a16:creationId xmlns:a16="http://schemas.microsoft.com/office/drawing/2014/main" id="{74043916-CD49-4E00-25A9-C6E43940F5F5}"/>
                  </a:ext>
                </a:extLst>
              </p:cNvPr>
              <p:cNvSpPr/>
              <p:nvPr/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3159;p49">
                <a:extLst>
                  <a:ext uri="{FF2B5EF4-FFF2-40B4-BE49-F238E27FC236}">
                    <a16:creationId xmlns:a16="http://schemas.microsoft.com/office/drawing/2014/main" id="{E3F7A0C9-2327-6E5D-A304-6991478ED985}"/>
                  </a:ext>
                </a:extLst>
              </p:cNvPr>
              <p:cNvSpPr/>
              <p:nvPr/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3160;p49">
                <a:extLst>
                  <a:ext uri="{FF2B5EF4-FFF2-40B4-BE49-F238E27FC236}">
                    <a16:creationId xmlns:a16="http://schemas.microsoft.com/office/drawing/2014/main" id="{5183A59A-C8D2-802E-3C73-BB7BE1D4AD88}"/>
                  </a:ext>
                </a:extLst>
              </p:cNvPr>
              <p:cNvSpPr/>
              <p:nvPr/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3161;p49">
                <a:extLst>
                  <a:ext uri="{FF2B5EF4-FFF2-40B4-BE49-F238E27FC236}">
                    <a16:creationId xmlns:a16="http://schemas.microsoft.com/office/drawing/2014/main" id="{485A8F34-FF03-4BD5-1746-90471B036B93}"/>
                  </a:ext>
                </a:extLst>
              </p:cNvPr>
              <p:cNvSpPr/>
              <p:nvPr/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3162;p49">
                <a:extLst>
                  <a:ext uri="{FF2B5EF4-FFF2-40B4-BE49-F238E27FC236}">
                    <a16:creationId xmlns:a16="http://schemas.microsoft.com/office/drawing/2014/main" id="{F3DF5943-3AE5-91E9-172F-79B4CDF5E61F}"/>
                  </a:ext>
                </a:extLst>
              </p:cNvPr>
              <p:cNvSpPr/>
              <p:nvPr/>
            </p:nvSpPr>
            <p:spPr>
              <a:xfrm>
                <a:off x="7094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3163;p49">
                <a:extLst>
                  <a:ext uri="{FF2B5EF4-FFF2-40B4-BE49-F238E27FC236}">
                    <a16:creationId xmlns:a16="http://schemas.microsoft.com/office/drawing/2014/main" id="{40BE7435-78F2-0248-18D8-C9BE7F961854}"/>
                  </a:ext>
                </a:extLst>
              </p:cNvPr>
              <p:cNvSpPr/>
              <p:nvPr/>
            </p:nvSpPr>
            <p:spPr>
              <a:xfrm>
                <a:off x="7368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3164;p49">
                <a:extLst>
                  <a:ext uri="{FF2B5EF4-FFF2-40B4-BE49-F238E27FC236}">
                    <a16:creationId xmlns:a16="http://schemas.microsoft.com/office/drawing/2014/main" id="{884019C7-42F8-3CE8-D340-62D1EDBEC65E}"/>
                  </a:ext>
                </a:extLst>
              </p:cNvPr>
              <p:cNvSpPr/>
              <p:nvPr/>
            </p:nvSpPr>
            <p:spPr>
              <a:xfrm>
                <a:off x="7642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3165;p49">
                <a:extLst>
                  <a:ext uri="{FF2B5EF4-FFF2-40B4-BE49-F238E27FC236}">
                    <a16:creationId xmlns:a16="http://schemas.microsoft.com/office/drawing/2014/main" id="{1752E1FF-F526-059D-BB20-F4747B0ABF06}"/>
                  </a:ext>
                </a:extLst>
              </p:cNvPr>
              <p:cNvSpPr/>
              <p:nvPr/>
            </p:nvSpPr>
            <p:spPr>
              <a:xfrm>
                <a:off x="7916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3" name="Google Shape;3166;p49">
              <a:extLst>
                <a:ext uri="{FF2B5EF4-FFF2-40B4-BE49-F238E27FC236}">
                  <a16:creationId xmlns:a16="http://schemas.microsoft.com/office/drawing/2014/main" id="{A3546E31-980E-0960-0A54-94A85C08D4DF}"/>
                </a:ext>
              </a:extLst>
            </p:cNvPr>
            <p:cNvGrpSpPr/>
            <p:nvPr/>
          </p:nvGrpSpPr>
          <p:grpSpPr>
            <a:xfrm>
              <a:off x="5274478" y="161353"/>
              <a:ext cx="530699" cy="507709"/>
              <a:chOff x="5448325" y="610550"/>
              <a:chExt cx="823300" cy="822600"/>
            </a:xfrm>
          </p:grpSpPr>
          <p:sp>
            <p:nvSpPr>
              <p:cNvPr id="327" name="Google Shape;3167;p49">
                <a:extLst>
                  <a:ext uri="{FF2B5EF4-FFF2-40B4-BE49-F238E27FC236}">
                    <a16:creationId xmlns:a16="http://schemas.microsoft.com/office/drawing/2014/main" id="{0D04FF15-BDCE-50B5-1C93-7ADC098425C3}"/>
                  </a:ext>
                </a:extLst>
              </p:cNvPr>
              <p:cNvSpPr/>
              <p:nvPr/>
            </p:nvSpPr>
            <p:spPr>
              <a:xfrm>
                <a:off x="5448325" y="6105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168;p49">
                <a:extLst>
                  <a:ext uri="{FF2B5EF4-FFF2-40B4-BE49-F238E27FC236}">
                    <a16:creationId xmlns:a16="http://schemas.microsoft.com/office/drawing/2014/main" id="{444F08D8-933B-585B-F267-3864C4B1EF70}"/>
                  </a:ext>
                </a:extLst>
              </p:cNvPr>
              <p:cNvSpPr/>
              <p:nvPr/>
            </p:nvSpPr>
            <p:spPr>
              <a:xfrm>
                <a:off x="5722525" y="6105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169;p49">
                <a:extLst>
                  <a:ext uri="{FF2B5EF4-FFF2-40B4-BE49-F238E27FC236}">
                    <a16:creationId xmlns:a16="http://schemas.microsoft.com/office/drawing/2014/main" id="{E6CF9C4E-4304-2C56-65E5-5A030DAC3FCB}"/>
                  </a:ext>
                </a:extLst>
              </p:cNvPr>
              <p:cNvSpPr/>
              <p:nvPr/>
            </p:nvSpPr>
            <p:spPr>
              <a:xfrm>
                <a:off x="5996725" y="6105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170;p49">
                <a:extLst>
                  <a:ext uri="{FF2B5EF4-FFF2-40B4-BE49-F238E27FC236}">
                    <a16:creationId xmlns:a16="http://schemas.microsoft.com/office/drawing/2014/main" id="{9A4967AE-9C2B-5585-8533-7164DC43BE8B}"/>
                  </a:ext>
                </a:extLst>
              </p:cNvPr>
              <p:cNvSpPr/>
              <p:nvPr/>
            </p:nvSpPr>
            <p:spPr>
              <a:xfrm>
                <a:off x="5448325" y="8847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171;p49">
                <a:extLst>
                  <a:ext uri="{FF2B5EF4-FFF2-40B4-BE49-F238E27FC236}">
                    <a16:creationId xmlns:a16="http://schemas.microsoft.com/office/drawing/2014/main" id="{7740797F-BB9E-AA11-65C6-82C4EAE0E79D}"/>
                  </a:ext>
                </a:extLst>
              </p:cNvPr>
              <p:cNvSpPr/>
              <p:nvPr/>
            </p:nvSpPr>
            <p:spPr>
              <a:xfrm>
                <a:off x="5722525" y="8847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172;p49">
                <a:extLst>
                  <a:ext uri="{FF2B5EF4-FFF2-40B4-BE49-F238E27FC236}">
                    <a16:creationId xmlns:a16="http://schemas.microsoft.com/office/drawing/2014/main" id="{9FE7C352-14C1-7279-4A42-861E402A62A9}"/>
                  </a:ext>
                </a:extLst>
              </p:cNvPr>
              <p:cNvSpPr/>
              <p:nvPr/>
            </p:nvSpPr>
            <p:spPr>
              <a:xfrm>
                <a:off x="5996725" y="8847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173;p49">
                <a:extLst>
                  <a:ext uri="{FF2B5EF4-FFF2-40B4-BE49-F238E27FC236}">
                    <a16:creationId xmlns:a16="http://schemas.microsoft.com/office/drawing/2014/main" id="{FB7322B3-0D8C-30ED-1B52-73B968AC634B}"/>
                  </a:ext>
                </a:extLst>
              </p:cNvPr>
              <p:cNvSpPr/>
              <p:nvPr/>
            </p:nvSpPr>
            <p:spPr>
              <a:xfrm>
                <a:off x="5449025" y="11589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174;p49">
                <a:extLst>
                  <a:ext uri="{FF2B5EF4-FFF2-40B4-BE49-F238E27FC236}">
                    <a16:creationId xmlns:a16="http://schemas.microsoft.com/office/drawing/2014/main" id="{F913B7D5-09F7-8014-B16D-5C83FD864DDD}"/>
                  </a:ext>
                </a:extLst>
              </p:cNvPr>
              <p:cNvSpPr/>
              <p:nvPr/>
            </p:nvSpPr>
            <p:spPr>
              <a:xfrm>
                <a:off x="5723225" y="11589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175;p49">
                <a:extLst>
                  <a:ext uri="{FF2B5EF4-FFF2-40B4-BE49-F238E27FC236}">
                    <a16:creationId xmlns:a16="http://schemas.microsoft.com/office/drawing/2014/main" id="{CF07F8F2-5DB7-8BB3-DB41-9C1B8BB64609}"/>
                  </a:ext>
                </a:extLst>
              </p:cNvPr>
              <p:cNvSpPr/>
              <p:nvPr/>
            </p:nvSpPr>
            <p:spPr>
              <a:xfrm>
                <a:off x="5997425" y="11589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24" name="Google Shape;3176;p49">
              <a:extLst>
                <a:ext uri="{FF2B5EF4-FFF2-40B4-BE49-F238E27FC236}">
                  <a16:creationId xmlns:a16="http://schemas.microsoft.com/office/drawing/2014/main" id="{6032570F-C028-7AFF-6378-0F87C04C17C2}"/>
                </a:ext>
              </a:extLst>
            </p:cNvPr>
            <p:cNvCxnSpPr/>
            <p:nvPr/>
          </p:nvCxnSpPr>
          <p:spPr>
            <a:xfrm>
              <a:off x="5812625" y="669125"/>
              <a:ext cx="606000" cy="580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177;p49">
              <a:extLst>
                <a:ext uri="{FF2B5EF4-FFF2-40B4-BE49-F238E27FC236}">
                  <a16:creationId xmlns:a16="http://schemas.microsoft.com/office/drawing/2014/main" id="{77EEEE5F-1BD1-58F6-C7EA-78E5FBEAFCCD}"/>
                </a:ext>
              </a:extLst>
            </p:cNvPr>
            <p:cNvCxnSpPr/>
            <p:nvPr/>
          </p:nvCxnSpPr>
          <p:spPr>
            <a:xfrm>
              <a:off x="5281625" y="681050"/>
              <a:ext cx="609300" cy="564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178;p49">
              <a:extLst>
                <a:ext uri="{FF2B5EF4-FFF2-40B4-BE49-F238E27FC236}">
                  <a16:creationId xmlns:a16="http://schemas.microsoft.com/office/drawing/2014/main" id="{A4CDAA83-F6B4-1B62-2C5F-6DF33DA48233}"/>
                </a:ext>
              </a:extLst>
            </p:cNvPr>
            <p:cNvCxnSpPr/>
            <p:nvPr/>
          </p:nvCxnSpPr>
          <p:spPr>
            <a:xfrm>
              <a:off x="5812625" y="166700"/>
              <a:ext cx="617400" cy="57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6" name="Google Shape;235;p19">
            <a:extLst>
              <a:ext uri="{FF2B5EF4-FFF2-40B4-BE49-F238E27FC236}">
                <a16:creationId xmlns:a16="http://schemas.microsoft.com/office/drawing/2014/main" id="{33C2806B-13E7-5B4E-232A-E27D83CD11AF}"/>
              </a:ext>
            </a:extLst>
          </p:cNvPr>
          <p:cNvGrpSpPr/>
          <p:nvPr/>
        </p:nvGrpSpPr>
        <p:grpSpPr>
          <a:xfrm>
            <a:off x="4470400" y="2133600"/>
            <a:ext cx="660400" cy="685800"/>
            <a:chOff x="608609" y="2370079"/>
            <a:chExt cx="458224" cy="523616"/>
          </a:xfrm>
        </p:grpSpPr>
        <p:grpSp>
          <p:nvGrpSpPr>
            <p:cNvPr id="437" name="Google Shape;236;p19">
              <a:extLst>
                <a:ext uri="{FF2B5EF4-FFF2-40B4-BE49-F238E27FC236}">
                  <a16:creationId xmlns:a16="http://schemas.microsoft.com/office/drawing/2014/main" id="{7ABB3BBA-EAF9-CD87-3BD7-7BBCF1B70C69}"/>
                </a:ext>
              </a:extLst>
            </p:cNvPr>
            <p:cNvGrpSpPr/>
            <p:nvPr/>
          </p:nvGrpSpPr>
          <p:grpSpPr>
            <a:xfrm>
              <a:off x="608609" y="2665704"/>
              <a:ext cx="458224" cy="227991"/>
              <a:chOff x="5668659" y="1713442"/>
              <a:chExt cx="458224" cy="227991"/>
            </a:xfrm>
          </p:grpSpPr>
          <p:grpSp>
            <p:nvGrpSpPr>
              <p:cNvPr id="460" name="Google Shape;237;p19">
                <a:extLst>
                  <a:ext uri="{FF2B5EF4-FFF2-40B4-BE49-F238E27FC236}">
                    <a16:creationId xmlns:a16="http://schemas.microsoft.com/office/drawing/2014/main" id="{C8EBDEA0-CF24-EDFD-725B-95F664CDFFE6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468" name="Google Shape;238;p19">
                  <a:extLst>
                    <a:ext uri="{FF2B5EF4-FFF2-40B4-BE49-F238E27FC236}">
                      <a16:creationId xmlns:a16="http://schemas.microsoft.com/office/drawing/2014/main" id="{417D0A56-C0DA-48B6-7A78-63FA19D3E5BB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" name="Google Shape;239;p19">
                  <a:extLst>
                    <a:ext uri="{FF2B5EF4-FFF2-40B4-BE49-F238E27FC236}">
                      <a16:creationId xmlns:a16="http://schemas.microsoft.com/office/drawing/2014/main" id="{363E890C-6A29-E29C-6FFA-8C860D1ECCFC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1" name="Google Shape;240;p19">
                <a:extLst>
                  <a:ext uri="{FF2B5EF4-FFF2-40B4-BE49-F238E27FC236}">
                    <a16:creationId xmlns:a16="http://schemas.microsoft.com/office/drawing/2014/main" id="{77B413FB-224E-D2F1-C62A-15D96EB76C11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465" name="Google Shape;241;p19">
                  <a:extLst>
                    <a:ext uri="{FF2B5EF4-FFF2-40B4-BE49-F238E27FC236}">
                      <a16:creationId xmlns:a16="http://schemas.microsoft.com/office/drawing/2014/main" id="{0BDB9CE8-953E-09D8-8EC1-1CD84CA8C8E2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" name="Google Shape;242;p19">
                  <a:extLst>
                    <a:ext uri="{FF2B5EF4-FFF2-40B4-BE49-F238E27FC236}">
                      <a16:creationId xmlns:a16="http://schemas.microsoft.com/office/drawing/2014/main" id="{9CD4803B-3A1C-A0DF-A99C-DF6C655485C0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" name="Google Shape;243;p19">
                  <a:extLst>
                    <a:ext uri="{FF2B5EF4-FFF2-40B4-BE49-F238E27FC236}">
                      <a16:creationId xmlns:a16="http://schemas.microsoft.com/office/drawing/2014/main" id="{29ED56D3-3194-CB53-5544-EE7D981F0FD1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62" name="Google Shape;244;p19">
                <a:extLst>
                  <a:ext uri="{FF2B5EF4-FFF2-40B4-BE49-F238E27FC236}">
                    <a16:creationId xmlns:a16="http://schemas.microsoft.com/office/drawing/2014/main" id="{4FCFC67B-ED29-60BD-1813-94949380A4E7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463" name="Google Shape;245;p19">
                  <a:extLst>
                    <a:ext uri="{FF2B5EF4-FFF2-40B4-BE49-F238E27FC236}">
                      <a16:creationId xmlns:a16="http://schemas.microsoft.com/office/drawing/2014/main" id="{7818572E-9A51-7BE0-B27B-55423E749A43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246;p19">
                  <a:extLst>
                    <a:ext uri="{FF2B5EF4-FFF2-40B4-BE49-F238E27FC236}">
                      <a16:creationId xmlns:a16="http://schemas.microsoft.com/office/drawing/2014/main" id="{897378EC-6526-7281-9B42-0AFB0319A1D6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8" name="Google Shape;247;p19">
              <a:extLst>
                <a:ext uri="{FF2B5EF4-FFF2-40B4-BE49-F238E27FC236}">
                  <a16:creationId xmlns:a16="http://schemas.microsoft.com/office/drawing/2014/main" id="{9D72564D-F020-CD5F-F30E-544BB4D91788}"/>
                </a:ext>
              </a:extLst>
            </p:cNvPr>
            <p:cNvGrpSpPr/>
            <p:nvPr/>
          </p:nvGrpSpPr>
          <p:grpSpPr>
            <a:xfrm>
              <a:off x="608609" y="2511879"/>
              <a:ext cx="458224" cy="227991"/>
              <a:chOff x="5668659" y="1713442"/>
              <a:chExt cx="458224" cy="227991"/>
            </a:xfrm>
          </p:grpSpPr>
          <p:grpSp>
            <p:nvGrpSpPr>
              <p:cNvPr id="450" name="Google Shape;248;p19">
                <a:extLst>
                  <a:ext uri="{FF2B5EF4-FFF2-40B4-BE49-F238E27FC236}">
                    <a16:creationId xmlns:a16="http://schemas.microsoft.com/office/drawing/2014/main" id="{892B3893-25E4-44E7-004C-445AD8E2D4F9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458" name="Google Shape;249;p19">
                  <a:extLst>
                    <a:ext uri="{FF2B5EF4-FFF2-40B4-BE49-F238E27FC236}">
                      <a16:creationId xmlns:a16="http://schemas.microsoft.com/office/drawing/2014/main" id="{F279D325-7E0F-4469-D74A-46A94F55B2B0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250;p19">
                  <a:extLst>
                    <a:ext uri="{FF2B5EF4-FFF2-40B4-BE49-F238E27FC236}">
                      <a16:creationId xmlns:a16="http://schemas.microsoft.com/office/drawing/2014/main" id="{BAC22F83-AA89-3E37-7B45-11E52EA233C6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1" name="Google Shape;251;p19">
                <a:extLst>
                  <a:ext uri="{FF2B5EF4-FFF2-40B4-BE49-F238E27FC236}">
                    <a16:creationId xmlns:a16="http://schemas.microsoft.com/office/drawing/2014/main" id="{0EC379AA-56A4-DD01-A692-114960C8EF5B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455" name="Google Shape;252;p19">
                  <a:extLst>
                    <a:ext uri="{FF2B5EF4-FFF2-40B4-BE49-F238E27FC236}">
                      <a16:creationId xmlns:a16="http://schemas.microsoft.com/office/drawing/2014/main" id="{9B84294A-5698-E73C-ADA7-32F9A1D31852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253;p19">
                  <a:extLst>
                    <a:ext uri="{FF2B5EF4-FFF2-40B4-BE49-F238E27FC236}">
                      <a16:creationId xmlns:a16="http://schemas.microsoft.com/office/drawing/2014/main" id="{38959631-63E3-6CCB-8EFA-36737B4F5DFF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254;p19">
                  <a:extLst>
                    <a:ext uri="{FF2B5EF4-FFF2-40B4-BE49-F238E27FC236}">
                      <a16:creationId xmlns:a16="http://schemas.microsoft.com/office/drawing/2014/main" id="{0AF05D74-A2AB-7518-DAEC-C191F4BA307F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52" name="Google Shape;255;p19">
                <a:extLst>
                  <a:ext uri="{FF2B5EF4-FFF2-40B4-BE49-F238E27FC236}">
                    <a16:creationId xmlns:a16="http://schemas.microsoft.com/office/drawing/2014/main" id="{5024FFD2-764B-DD88-E878-772355F1A7B8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453" name="Google Shape;256;p19">
                  <a:extLst>
                    <a:ext uri="{FF2B5EF4-FFF2-40B4-BE49-F238E27FC236}">
                      <a16:creationId xmlns:a16="http://schemas.microsoft.com/office/drawing/2014/main" id="{FC28CE24-68E5-0E97-4DC9-F50D3247E947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" name="Google Shape;257;p19">
                  <a:extLst>
                    <a:ext uri="{FF2B5EF4-FFF2-40B4-BE49-F238E27FC236}">
                      <a16:creationId xmlns:a16="http://schemas.microsoft.com/office/drawing/2014/main" id="{3E974BE7-6706-4627-7023-3D88B8142786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9" name="Google Shape;258;p19">
              <a:extLst>
                <a:ext uri="{FF2B5EF4-FFF2-40B4-BE49-F238E27FC236}">
                  <a16:creationId xmlns:a16="http://schemas.microsoft.com/office/drawing/2014/main" id="{F3D500E6-1742-C2E5-24E9-21025FC8EC99}"/>
                </a:ext>
              </a:extLst>
            </p:cNvPr>
            <p:cNvGrpSpPr/>
            <p:nvPr/>
          </p:nvGrpSpPr>
          <p:grpSpPr>
            <a:xfrm>
              <a:off x="608609" y="2370079"/>
              <a:ext cx="458224" cy="227991"/>
              <a:chOff x="5668659" y="1713442"/>
              <a:chExt cx="458224" cy="227991"/>
            </a:xfrm>
          </p:grpSpPr>
          <p:grpSp>
            <p:nvGrpSpPr>
              <p:cNvPr id="440" name="Google Shape;259;p19">
                <a:extLst>
                  <a:ext uri="{FF2B5EF4-FFF2-40B4-BE49-F238E27FC236}">
                    <a16:creationId xmlns:a16="http://schemas.microsoft.com/office/drawing/2014/main" id="{8E89F7C2-2393-6AF2-3026-11533CF73AC8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448" name="Google Shape;260;p19">
                  <a:extLst>
                    <a:ext uri="{FF2B5EF4-FFF2-40B4-BE49-F238E27FC236}">
                      <a16:creationId xmlns:a16="http://schemas.microsoft.com/office/drawing/2014/main" id="{A65906A9-A162-399F-4CAF-46DE86890EE5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261;p19">
                  <a:extLst>
                    <a:ext uri="{FF2B5EF4-FFF2-40B4-BE49-F238E27FC236}">
                      <a16:creationId xmlns:a16="http://schemas.microsoft.com/office/drawing/2014/main" id="{AD84FF55-8A24-F127-C7B6-6937F57D9850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1" name="Google Shape;262;p19">
                <a:extLst>
                  <a:ext uri="{FF2B5EF4-FFF2-40B4-BE49-F238E27FC236}">
                    <a16:creationId xmlns:a16="http://schemas.microsoft.com/office/drawing/2014/main" id="{57E809E2-29E6-5B23-5F21-0A030B822993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445" name="Google Shape;263;p19">
                  <a:extLst>
                    <a:ext uri="{FF2B5EF4-FFF2-40B4-BE49-F238E27FC236}">
                      <a16:creationId xmlns:a16="http://schemas.microsoft.com/office/drawing/2014/main" id="{F787A1A3-3AA3-C543-42DE-D5D0467ECBA2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264;p19">
                  <a:extLst>
                    <a:ext uri="{FF2B5EF4-FFF2-40B4-BE49-F238E27FC236}">
                      <a16:creationId xmlns:a16="http://schemas.microsoft.com/office/drawing/2014/main" id="{FE608912-AA4F-B3AE-0BB1-30837AEC626E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265;p19">
                  <a:extLst>
                    <a:ext uri="{FF2B5EF4-FFF2-40B4-BE49-F238E27FC236}">
                      <a16:creationId xmlns:a16="http://schemas.microsoft.com/office/drawing/2014/main" id="{DF6FE600-801D-A084-FCFF-BA4B53192EF8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42" name="Google Shape;266;p19">
                <a:extLst>
                  <a:ext uri="{FF2B5EF4-FFF2-40B4-BE49-F238E27FC236}">
                    <a16:creationId xmlns:a16="http://schemas.microsoft.com/office/drawing/2014/main" id="{11F22C4B-CB2F-BD93-D399-56F74EDE55E1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443" name="Google Shape;267;p19">
                  <a:extLst>
                    <a:ext uri="{FF2B5EF4-FFF2-40B4-BE49-F238E27FC236}">
                      <a16:creationId xmlns:a16="http://schemas.microsoft.com/office/drawing/2014/main" id="{9D889B29-58A2-3AA3-FFBC-EBA361BD6BD5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268;p19">
                  <a:extLst>
                    <a:ext uri="{FF2B5EF4-FFF2-40B4-BE49-F238E27FC236}">
                      <a16:creationId xmlns:a16="http://schemas.microsoft.com/office/drawing/2014/main" id="{255C17A2-F416-0945-ACF3-0BAC104E6AF7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70" name="Google Shape;157;p21">
            <a:extLst>
              <a:ext uri="{FF2B5EF4-FFF2-40B4-BE49-F238E27FC236}">
                <a16:creationId xmlns:a16="http://schemas.microsoft.com/office/drawing/2014/main" id="{FDBFCC5E-017A-0859-C565-08C3AD22AE70}"/>
              </a:ext>
            </a:extLst>
          </p:cNvPr>
          <p:cNvGrpSpPr/>
          <p:nvPr/>
        </p:nvGrpSpPr>
        <p:grpSpPr>
          <a:xfrm>
            <a:off x="6273800" y="2159000"/>
            <a:ext cx="685800" cy="635000"/>
            <a:chOff x="6240000" y="821025"/>
            <a:chExt cx="2904000" cy="2668950"/>
          </a:xfrm>
        </p:grpSpPr>
        <p:sp>
          <p:nvSpPr>
            <p:cNvPr id="471" name="Google Shape;158;p21">
              <a:extLst>
                <a:ext uri="{FF2B5EF4-FFF2-40B4-BE49-F238E27FC236}">
                  <a16:creationId xmlns:a16="http://schemas.microsoft.com/office/drawing/2014/main" id="{175953D4-5512-58AB-588A-94DF97682757}"/>
                </a:ext>
              </a:extLst>
            </p:cNvPr>
            <p:cNvSpPr/>
            <p:nvPr/>
          </p:nvSpPr>
          <p:spPr>
            <a:xfrm flipH="1">
              <a:off x="6240000" y="821025"/>
              <a:ext cx="2904000" cy="26673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72" name="Google Shape;159;p21">
              <a:extLst>
                <a:ext uri="{FF2B5EF4-FFF2-40B4-BE49-F238E27FC236}">
                  <a16:creationId xmlns:a16="http://schemas.microsoft.com/office/drawing/2014/main" id="{940F7B65-3755-E3AC-CD0C-FE9E2ACF77EC}"/>
                </a:ext>
              </a:extLst>
            </p:cNvPr>
            <p:cNvSpPr/>
            <p:nvPr/>
          </p:nvSpPr>
          <p:spPr>
            <a:xfrm flipH="1">
              <a:off x="62400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73" name="Google Shape;160;p21">
              <a:extLst>
                <a:ext uri="{FF2B5EF4-FFF2-40B4-BE49-F238E27FC236}">
                  <a16:creationId xmlns:a16="http://schemas.microsoft.com/office/drawing/2014/main" id="{E6FB526E-60A7-4DA0-6347-7E606449BD37}"/>
                </a:ext>
              </a:extLst>
            </p:cNvPr>
            <p:cNvSpPr/>
            <p:nvPr/>
          </p:nvSpPr>
          <p:spPr>
            <a:xfrm flipH="1">
              <a:off x="68208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74" name="Google Shape;161;p21">
              <a:extLst>
                <a:ext uri="{FF2B5EF4-FFF2-40B4-BE49-F238E27FC236}">
                  <a16:creationId xmlns:a16="http://schemas.microsoft.com/office/drawing/2014/main" id="{D5AE731D-6ACB-9F14-DABB-649AA905B110}"/>
                </a:ext>
              </a:extLst>
            </p:cNvPr>
            <p:cNvSpPr/>
            <p:nvPr/>
          </p:nvSpPr>
          <p:spPr>
            <a:xfrm flipH="1">
              <a:off x="74016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75" name="Google Shape;162;p21">
              <a:extLst>
                <a:ext uri="{FF2B5EF4-FFF2-40B4-BE49-F238E27FC236}">
                  <a16:creationId xmlns:a16="http://schemas.microsoft.com/office/drawing/2014/main" id="{CEC7C836-F86D-38B0-DC4D-372E549CC038}"/>
                </a:ext>
              </a:extLst>
            </p:cNvPr>
            <p:cNvSpPr/>
            <p:nvPr/>
          </p:nvSpPr>
          <p:spPr>
            <a:xfrm flipH="1">
              <a:off x="79824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76" name="Google Shape;163;p21">
              <a:extLst>
                <a:ext uri="{FF2B5EF4-FFF2-40B4-BE49-F238E27FC236}">
                  <a16:creationId xmlns:a16="http://schemas.microsoft.com/office/drawing/2014/main" id="{3B7E4D33-C0C1-B1F8-D3E6-DF5189C43AB1}"/>
                </a:ext>
              </a:extLst>
            </p:cNvPr>
            <p:cNvSpPr/>
            <p:nvPr/>
          </p:nvSpPr>
          <p:spPr>
            <a:xfrm flipH="1">
              <a:off x="85632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77" name="Google Shape;164;p21">
              <a:extLst>
                <a:ext uri="{FF2B5EF4-FFF2-40B4-BE49-F238E27FC236}">
                  <a16:creationId xmlns:a16="http://schemas.microsoft.com/office/drawing/2014/main" id="{649ABB30-FC9A-9435-FD50-7C0C166A4390}"/>
                </a:ext>
              </a:extLst>
            </p:cNvPr>
            <p:cNvSpPr/>
            <p:nvPr/>
          </p:nvSpPr>
          <p:spPr>
            <a:xfrm flipH="1">
              <a:off x="62400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78" name="Google Shape;165;p21">
              <a:extLst>
                <a:ext uri="{FF2B5EF4-FFF2-40B4-BE49-F238E27FC236}">
                  <a16:creationId xmlns:a16="http://schemas.microsoft.com/office/drawing/2014/main" id="{72C98F96-233B-CDC3-28AC-80C364005179}"/>
                </a:ext>
              </a:extLst>
            </p:cNvPr>
            <p:cNvSpPr/>
            <p:nvPr/>
          </p:nvSpPr>
          <p:spPr>
            <a:xfrm flipH="1">
              <a:off x="68208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79" name="Google Shape;166;p21">
              <a:extLst>
                <a:ext uri="{FF2B5EF4-FFF2-40B4-BE49-F238E27FC236}">
                  <a16:creationId xmlns:a16="http://schemas.microsoft.com/office/drawing/2014/main" id="{97D9C955-BE98-ED2B-C395-EE5D2327011E}"/>
                </a:ext>
              </a:extLst>
            </p:cNvPr>
            <p:cNvSpPr/>
            <p:nvPr/>
          </p:nvSpPr>
          <p:spPr>
            <a:xfrm flipH="1">
              <a:off x="74016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80" name="Google Shape;167;p21">
              <a:extLst>
                <a:ext uri="{FF2B5EF4-FFF2-40B4-BE49-F238E27FC236}">
                  <a16:creationId xmlns:a16="http://schemas.microsoft.com/office/drawing/2014/main" id="{57840193-F6AC-478E-7A2D-DDCB7E260814}"/>
                </a:ext>
              </a:extLst>
            </p:cNvPr>
            <p:cNvSpPr/>
            <p:nvPr/>
          </p:nvSpPr>
          <p:spPr>
            <a:xfrm flipH="1">
              <a:off x="79824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81" name="Google Shape;168;p21">
              <a:extLst>
                <a:ext uri="{FF2B5EF4-FFF2-40B4-BE49-F238E27FC236}">
                  <a16:creationId xmlns:a16="http://schemas.microsoft.com/office/drawing/2014/main" id="{BEFC7C7D-0D78-49EF-CA80-E83276449B5E}"/>
                </a:ext>
              </a:extLst>
            </p:cNvPr>
            <p:cNvSpPr/>
            <p:nvPr/>
          </p:nvSpPr>
          <p:spPr>
            <a:xfrm flipH="1">
              <a:off x="85632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82" name="Google Shape;169;p21">
              <a:extLst>
                <a:ext uri="{FF2B5EF4-FFF2-40B4-BE49-F238E27FC236}">
                  <a16:creationId xmlns:a16="http://schemas.microsoft.com/office/drawing/2014/main" id="{2D2A1518-1BE7-022D-2EDE-A8C4998B66CE}"/>
                </a:ext>
              </a:extLst>
            </p:cNvPr>
            <p:cNvSpPr/>
            <p:nvPr/>
          </p:nvSpPr>
          <p:spPr>
            <a:xfrm flipH="1">
              <a:off x="62400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83" name="Google Shape;170;p21">
              <a:extLst>
                <a:ext uri="{FF2B5EF4-FFF2-40B4-BE49-F238E27FC236}">
                  <a16:creationId xmlns:a16="http://schemas.microsoft.com/office/drawing/2014/main" id="{8C09D84B-DEB7-B071-F20F-37E21070C6FE}"/>
                </a:ext>
              </a:extLst>
            </p:cNvPr>
            <p:cNvSpPr/>
            <p:nvPr/>
          </p:nvSpPr>
          <p:spPr>
            <a:xfrm flipH="1">
              <a:off x="68208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84" name="Google Shape;171;p21">
              <a:extLst>
                <a:ext uri="{FF2B5EF4-FFF2-40B4-BE49-F238E27FC236}">
                  <a16:creationId xmlns:a16="http://schemas.microsoft.com/office/drawing/2014/main" id="{6074F5BB-398C-D048-8252-F4321342A2B6}"/>
                </a:ext>
              </a:extLst>
            </p:cNvPr>
            <p:cNvSpPr/>
            <p:nvPr/>
          </p:nvSpPr>
          <p:spPr>
            <a:xfrm flipH="1">
              <a:off x="74016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85" name="Google Shape;172;p21">
              <a:extLst>
                <a:ext uri="{FF2B5EF4-FFF2-40B4-BE49-F238E27FC236}">
                  <a16:creationId xmlns:a16="http://schemas.microsoft.com/office/drawing/2014/main" id="{33914469-C27D-D3CD-02CB-A72A55A34A8C}"/>
                </a:ext>
              </a:extLst>
            </p:cNvPr>
            <p:cNvSpPr/>
            <p:nvPr/>
          </p:nvSpPr>
          <p:spPr>
            <a:xfrm flipH="1">
              <a:off x="79824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86" name="Google Shape;173;p21">
              <a:extLst>
                <a:ext uri="{FF2B5EF4-FFF2-40B4-BE49-F238E27FC236}">
                  <a16:creationId xmlns:a16="http://schemas.microsoft.com/office/drawing/2014/main" id="{5F046D98-CC8A-410D-B711-2521F62AF44B}"/>
                </a:ext>
              </a:extLst>
            </p:cNvPr>
            <p:cNvSpPr/>
            <p:nvPr/>
          </p:nvSpPr>
          <p:spPr>
            <a:xfrm flipH="1">
              <a:off x="85632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87" name="Google Shape;174;p21">
              <a:extLst>
                <a:ext uri="{FF2B5EF4-FFF2-40B4-BE49-F238E27FC236}">
                  <a16:creationId xmlns:a16="http://schemas.microsoft.com/office/drawing/2014/main" id="{311E648D-E048-D6EA-1827-9FD2C2F61B50}"/>
                </a:ext>
              </a:extLst>
            </p:cNvPr>
            <p:cNvSpPr/>
            <p:nvPr/>
          </p:nvSpPr>
          <p:spPr>
            <a:xfrm flipH="1">
              <a:off x="62400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88" name="Google Shape;175;p21">
              <a:extLst>
                <a:ext uri="{FF2B5EF4-FFF2-40B4-BE49-F238E27FC236}">
                  <a16:creationId xmlns:a16="http://schemas.microsoft.com/office/drawing/2014/main" id="{56BCD22C-C022-53A0-5727-E45CCBF64571}"/>
                </a:ext>
              </a:extLst>
            </p:cNvPr>
            <p:cNvSpPr/>
            <p:nvPr/>
          </p:nvSpPr>
          <p:spPr>
            <a:xfrm flipH="1">
              <a:off x="68208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89" name="Google Shape;176;p21">
              <a:extLst>
                <a:ext uri="{FF2B5EF4-FFF2-40B4-BE49-F238E27FC236}">
                  <a16:creationId xmlns:a16="http://schemas.microsoft.com/office/drawing/2014/main" id="{4B5F488F-33DF-DBE7-21F0-C1CDE09B9C9A}"/>
                </a:ext>
              </a:extLst>
            </p:cNvPr>
            <p:cNvSpPr/>
            <p:nvPr/>
          </p:nvSpPr>
          <p:spPr>
            <a:xfrm flipH="1">
              <a:off x="74016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90" name="Google Shape;177;p21">
              <a:extLst>
                <a:ext uri="{FF2B5EF4-FFF2-40B4-BE49-F238E27FC236}">
                  <a16:creationId xmlns:a16="http://schemas.microsoft.com/office/drawing/2014/main" id="{A6E58BCD-F6E6-618D-E515-873F31E1D430}"/>
                </a:ext>
              </a:extLst>
            </p:cNvPr>
            <p:cNvSpPr/>
            <p:nvPr/>
          </p:nvSpPr>
          <p:spPr>
            <a:xfrm flipH="1">
              <a:off x="79824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91" name="Google Shape;178;p21">
              <a:extLst>
                <a:ext uri="{FF2B5EF4-FFF2-40B4-BE49-F238E27FC236}">
                  <a16:creationId xmlns:a16="http://schemas.microsoft.com/office/drawing/2014/main" id="{FF013265-4886-09C5-A1CD-0FBDC710FFC2}"/>
                </a:ext>
              </a:extLst>
            </p:cNvPr>
            <p:cNvSpPr/>
            <p:nvPr/>
          </p:nvSpPr>
          <p:spPr>
            <a:xfrm flipH="1">
              <a:off x="85632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92" name="Google Shape;179;p21">
              <a:extLst>
                <a:ext uri="{FF2B5EF4-FFF2-40B4-BE49-F238E27FC236}">
                  <a16:creationId xmlns:a16="http://schemas.microsoft.com/office/drawing/2014/main" id="{C8FE7470-EA90-2BDA-FAB8-A11331F8DB3E}"/>
                </a:ext>
              </a:extLst>
            </p:cNvPr>
            <p:cNvSpPr/>
            <p:nvPr/>
          </p:nvSpPr>
          <p:spPr>
            <a:xfrm flipH="1">
              <a:off x="62400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93" name="Google Shape;180;p21">
              <a:extLst>
                <a:ext uri="{FF2B5EF4-FFF2-40B4-BE49-F238E27FC236}">
                  <a16:creationId xmlns:a16="http://schemas.microsoft.com/office/drawing/2014/main" id="{9D1F94A8-AD8C-2C00-1357-A7E6F1A2DCF0}"/>
                </a:ext>
              </a:extLst>
            </p:cNvPr>
            <p:cNvSpPr/>
            <p:nvPr/>
          </p:nvSpPr>
          <p:spPr>
            <a:xfrm flipH="1">
              <a:off x="68208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94" name="Google Shape;181;p21">
              <a:extLst>
                <a:ext uri="{FF2B5EF4-FFF2-40B4-BE49-F238E27FC236}">
                  <a16:creationId xmlns:a16="http://schemas.microsoft.com/office/drawing/2014/main" id="{0CE5502A-150B-E409-3607-4FBC78771066}"/>
                </a:ext>
              </a:extLst>
            </p:cNvPr>
            <p:cNvSpPr/>
            <p:nvPr/>
          </p:nvSpPr>
          <p:spPr>
            <a:xfrm flipH="1">
              <a:off x="74016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95" name="Google Shape;182;p21">
              <a:extLst>
                <a:ext uri="{FF2B5EF4-FFF2-40B4-BE49-F238E27FC236}">
                  <a16:creationId xmlns:a16="http://schemas.microsoft.com/office/drawing/2014/main" id="{C4223198-21A9-028F-041E-56999CCA43F0}"/>
                </a:ext>
              </a:extLst>
            </p:cNvPr>
            <p:cNvSpPr/>
            <p:nvPr/>
          </p:nvSpPr>
          <p:spPr>
            <a:xfrm flipH="1">
              <a:off x="79824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96" name="Google Shape;183;p21">
              <a:extLst>
                <a:ext uri="{FF2B5EF4-FFF2-40B4-BE49-F238E27FC236}">
                  <a16:creationId xmlns:a16="http://schemas.microsoft.com/office/drawing/2014/main" id="{D7F270B9-002A-6FD2-CAC6-2D58E1600219}"/>
                </a:ext>
              </a:extLst>
            </p:cNvPr>
            <p:cNvSpPr/>
            <p:nvPr/>
          </p:nvSpPr>
          <p:spPr>
            <a:xfrm flipH="1">
              <a:off x="85632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497" name="文本框 496">
            <a:extLst>
              <a:ext uri="{FF2B5EF4-FFF2-40B4-BE49-F238E27FC236}">
                <a16:creationId xmlns:a16="http://schemas.microsoft.com/office/drawing/2014/main" id="{4F89342C-5F03-CDDD-FAEC-EF85A44DF70C}"/>
              </a:ext>
            </a:extLst>
          </p:cNvPr>
          <p:cNvSpPr txBox="1"/>
          <p:nvPr/>
        </p:nvSpPr>
        <p:spPr>
          <a:xfrm>
            <a:off x="546100" y="2932516"/>
            <a:ext cx="13335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O1 structure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498" name="文本框 497">
            <a:extLst>
              <a:ext uri="{FF2B5EF4-FFF2-40B4-BE49-F238E27FC236}">
                <a16:creationId xmlns:a16="http://schemas.microsoft.com/office/drawing/2014/main" id="{71092860-5887-AF83-DD68-8DD661A4C868}"/>
              </a:ext>
            </a:extLst>
          </p:cNvPr>
          <p:cNvSpPr txBox="1"/>
          <p:nvPr/>
        </p:nvSpPr>
        <p:spPr>
          <a:xfrm>
            <a:off x="2324100" y="2932516"/>
            <a:ext cx="13335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O2 privacy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499" name="文本框 498">
            <a:extLst>
              <a:ext uri="{FF2B5EF4-FFF2-40B4-BE49-F238E27FC236}">
                <a16:creationId xmlns:a16="http://schemas.microsoft.com/office/drawing/2014/main" id="{9B5089FA-923F-395C-86A1-2AAF99997E87}"/>
              </a:ext>
            </a:extLst>
          </p:cNvPr>
          <p:cNvSpPr txBox="1"/>
          <p:nvPr/>
        </p:nvSpPr>
        <p:spPr>
          <a:xfrm>
            <a:off x="4102100" y="2932516"/>
            <a:ext cx="13335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O3 physics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500" name="文本框 499">
            <a:extLst>
              <a:ext uri="{FF2B5EF4-FFF2-40B4-BE49-F238E27FC236}">
                <a16:creationId xmlns:a16="http://schemas.microsoft.com/office/drawing/2014/main" id="{19209278-3527-4BA7-AB76-87C801F7F4F2}"/>
              </a:ext>
            </a:extLst>
          </p:cNvPr>
          <p:cNvSpPr txBox="1"/>
          <p:nvPr/>
        </p:nvSpPr>
        <p:spPr>
          <a:xfrm>
            <a:off x="5905500" y="2932516"/>
            <a:ext cx="13335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O4 result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cxnSp>
        <p:nvCxnSpPr>
          <p:cNvPr id="501" name="直接箭头连接符 500">
            <a:extLst>
              <a:ext uri="{FF2B5EF4-FFF2-40B4-BE49-F238E27FC236}">
                <a16:creationId xmlns:a16="http://schemas.microsoft.com/office/drawing/2014/main" id="{9C2694C8-C087-A7F7-B6A1-78095167A326}"/>
              </a:ext>
            </a:extLst>
          </p:cNvPr>
          <p:cNvCxnSpPr/>
          <p:nvPr/>
        </p:nvCxnSpPr>
        <p:spPr>
          <a:xfrm>
            <a:off x="1079500" y="3111500"/>
            <a:ext cx="5715000" cy="0"/>
          </a:xfrm>
          <a:prstGeom prst="straightConnector1">
            <a:avLst/>
          </a:prstGeom>
          <a:ln w="7620">
            <a:solidFill>
              <a:srgbClr val="5B697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直接箭头连接符 501">
            <a:extLst>
              <a:ext uri="{FF2B5EF4-FFF2-40B4-BE49-F238E27FC236}">
                <a16:creationId xmlns:a16="http://schemas.microsoft.com/office/drawing/2014/main" id="{CC8D6D54-8C02-C790-D17B-BD1F6D179B0E}"/>
              </a:ext>
            </a:extLst>
          </p:cNvPr>
          <p:cNvCxnSpPr/>
          <p:nvPr/>
        </p:nvCxnSpPr>
        <p:spPr>
          <a:xfrm>
            <a:off x="1079500" y="3035300"/>
            <a:ext cx="0" cy="152400"/>
          </a:xfrm>
          <a:prstGeom prst="straightConnector1">
            <a:avLst/>
          </a:prstGeom>
          <a:ln w="7620">
            <a:solidFill>
              <a:srgbClr val="5B697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直接箭头连接符 502">
            <a:extLst>
              <a:ext uri="{FF2B5EF4-FFF2-40B4-BE49-F238E27FC236}">
                <a16:creationId xmlns:a16="http://schemas.microsoft.com/office/drawing/2014/main" id="{575EEDB5-8F7B-C372-FB9E-DE371D3A2277}"/>
              </a:ext>
            </a:extLst>
          </p:cNvPr>
          <p:cNvCxnSpPr/>
          <p:nvPr/>
        </p:nvCxnSpPr>
        <p:spPr>
          <a:xfrm>
            <a:off x="6794500" y="3035300"/>
            <a:ext cx="0" cy="152400"/>
          </a:xfrm>
          <a:prstGeom prst="straightConnector1">
            <a:avLst/>
          </a:prstGeom>
          <a:ln w="7620">
            <a:solidFill>
              <a:srgbClr val="5B697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文本框 503">
            <a:extLst>
              <a:ext uri="{FF2B5EF4-FFF2-40B4-BE49-F238E27FC236}">
                <a16:creationId xmlns:a16="http://schemas.microsoft.com/office/drawing/2014/main" id="{FAD23A85-366C-B0BD-6952-C5789A9FFD6A}"/>
              </a:ext>
            </a:extLst>
          </p:cNvPr>
          <p:cNvSpPr txBox="1"/>
          <p:nvPr/>
        </p:nvSpPr>
        <p:spPr>
          <a:xfrm>
            <a:off x="3454400" y="3400827"/>
            <a:ext cx="1397000" cy="76944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00">
                <a:solidFill>
                  <a:srgbClr val="5B6976"/>
                </a:solidFill>
                <a:latin typeface="Arial" panose="020B0604020202020204" pitchFamily="34" charset="0"/>
              </a:rPr>
              <a:t>checked before trust</a:t>
            </a:r>
            <a:endParaRPr lang="zh-CN" altLang="en-US" sz="50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cxnSp>
        <p:nvCxnSpPr>
          <p:cNvPr id="505" name="直接箭头连接符 504">
            <a:extLst>
              <a:ext uri="{FF2B5EF4-FFF2-40B4-BE49-F238E27FC236}">
                <a16:creationId xmlns:a16="http://schemas.microsoft.com/office/drawing/2014/main" id="{BD3C672A-A3BA-0225-A3B9-BD6F3A793819}"/>
              </a:ext>
            </a:extLst>
          </p:cNvPr>
          <p:cNvCxnSpPr/>
          <p:nvPr/>
        </p:nvCxnSpPr>
        <p:spPr>
          <a:xfrm>
            <a:off x="1206500" y="2819400"/>
            <a:ext cx="2540000" cy="1155700"/>
          </a:xfrm>
          <a:prstGeom prst="straightConnector1">
            <a:avLst/>
          </a:prstGeom>
          <a:ln w="7620">
            <a:solidFill>
              <a:srgbClr val="4171B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直接箭头连接符 505">
            <a:extLst>
              <a:ext uri="{FF2B5EF4-FFF2-40B4-BE49-F238E27FC236}">
                <a16:creationId xmlns:a16="http://schemas.microsoft.com/office/drawing/2014/main" id="{11FEA8C0-99D8-2CFD-77FA-A496E8B550DB}"/>
              </a:ext>
            </a:extLst>
          </p:cNvPr>
          <p:cNvCxnSpPr/>
          <p:nvPr/>
        </p:nvCxnSpPr>
        <p:spPr>
          <a:xfrm>
            <a:off x="3022600" y="2819400"/>
            <a:ext cx="863600" cy="1155700"/>
          </a:xfrm>
          <a:prstGeom prst="straightConnector1">
            <a:avLst/>
          </a:prstGeom>
          <a:ln w="7620">
            <a:solidFill>
              <a:srgbClr val="4171B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直接箭头连接符 506">
            <a:extLst>
              <a:ext uri="{FF2B5EF4-FFF2-40B4-BE49-F238E27FC236}">
                <a16:creationId xmlns:a16="http://schemas.microsoft.com/office/drawing/2014/main" id="{919F5177-5B8E-70F8-3845-5F9009F96168}"/>
              </a:ext>
            </a:extLst>
          </p:cNvPr>
          <p:cNvCxnSpPr/>
          <p:nvPr/>
        </p:nvCxnSpPr>
        <p:spPr>
          <a:xfrm flipH="1">
            <a:off x="4025900" y="2819400"/>
            <a:ext cx="774700" cy="1155700"/>
          </a:xfrm>
          <a:prstGeom prst="straightConnector1">
            <a:avLst/>
          </a:prstGeom>
          <a:ln w="7620">
            <a:solidFill>
              <a:srgbClr val="4171B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直接箭头连接符 507">
            <a:extLst>
              <a:ext uri="{FF2B5EF4-FFF2-40B4-BE49-F238E27FC236}">
                <a16:creationId xmlns:a16="http://schemas.microsoft.com/office/drawing/2014/main" id="{BB2B8CC0-46AB-75E1-B532-DA4FCBAFB719}"/>
              </a:ext>
            </a:extLst>
          </p:cNvPr>
          <p:cNvCxnSpPr/>
          <p:nvPr/>
        </p:nvCxnSpPr>
        <p:spPr>
          <a:xfrm flipH="1">
            <a:off x="4165600" y="2819400"/>
            <a:ext cx="2463800" cy="1155700"/>
          </a:xfrm>
          <a:prstGeom prst="straightConnector1">
            <a:avLst/>
          </a:prstGeom>
          <a:ln w="7620">
            <a:solidFill>
              <a:srgbClr val="4171B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0" name="Google Shape;6885;p71">
            <a:extLst>
              <a:ext uri="{FF2B5EF4-FFF2-40B4-BE49-F238E27FC236}">
                <a16:creationId xmlns:a16="http://schemas.microsoft.com/office/drawing/2014/main" id="{20773711-C362-1C6F-2C9A-5B4E44C227FE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 flipH="1">
            <a:off x="736600" y="3975100"/>
            <a:ext cx="5334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340;p21">
            <a:extLst>
              <a:ext uri="{FF2B5EF4-FFF2-40B4-BE49-F238E27FC236}">
                <a16:creationId xmlns:a16="http://schemas.microsoft.com/office/drawing/2014/main" id="{AAEC2AA9-232E-2D73-31D9-4C05E43AE812}"/>
              </a:ext>
            </a:extLst>
          </p:cNvPr>
          <p:cNvSpPr/>
          <p:nvPr/>
        </p:nvSpPr>
        <p:spPr>
          <a:xfrm>
            <a:off x="2108200" y="3987800"/>
            <a:ext cx="558800" cy="533400"/>
          </a:xfrm>
          <a:prstGeom prst="cube">
            <a:avLst>
              <a:gd name="adj" fmla="val 25000"/>
            </a:avLst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303;p19">
            <a:extLst>
              <a:ext uri="{FF2B5EF4-FFF2-40B4-BE49-F238E27FC236}">
                <a16:creationId xmlns:a16="http://schemas.microsoft.com/office/drawing/2014/main" id="{7BF2A997-E2D3-C5E2-68EF-F64318A063F8}"/>
              </a:ext>
            </a:extLst>
          </p:cNvPr>
          <p:cNvSpPr/>
          <p:nvPr/>
        </p:nvSpPr>
        <p:spPr>
          <a:xfrm>
            <a:off x="3733800" y="4000500"/>
            <a:ext cx="558800" cy="457200"/>
          </a:xfrm>
          <a:prstGeom prst="cube">
            <a:avLst>
              <a:gd name="adj" fmla="val 25000"/>
            </a:avLst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菱形 514">
            <a:extLst>
              <a:ext uri="{FF2B5EF4-FFF2-40B4-BE49-F238E27FC236}">
                <a16:creationId xmlns:a16="http://schemas.microsoft.com/office/drawing/2014/main" id="{4C0F14E5-6A0B-08E4-63C0-8AA98DA14573}"/>
              </a:ext>
            </a:extLst>
          </p:cNvPr>
          <p:cNvSpPr/>
          <p:nvPr/>
        </p:nvSpPr>
        <p:spPr>
          <a:xfrm>
            <a:off x="5562600" y="4025900"/>
            <a:ext cx="520700" cy="4064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232B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152B8CE6-DD06-D109-8C3E-13A8F72071D5}"/>
              </a:ext>
            </a:extLst>
          </p:cNvPr>
          <p:cNvSpPr txBox="1"/>
          <p:nvPr/>
        </p:nvSpPr>
        <p:spPr>
          <a:xfrm>
            <a:off x="5689600" y="4399510"/>
            <a:ext cx="279400" cy="86177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60" b="1">
                <a:solidFill>
                  <a:srgbClr val="232B33"/>
                </a:solidFill>
                <a:latin typeface="Arial" panose="020B0604020202020204" pitchFamily="34" charset="0"/>
              </a:rPr>
              <a:t>valid?</a:t>
            </a:r>
            <a:endParaRPr lang="zh-CN" altLang="en-US" sz="5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grpSp>
        <p:nvGrpSpPr>
          <p:cNvPr id="517" name="Google Shape;238;p21">
            <a:extLst>
              <a:ext uri="{FF2B5EF4-FFF2-40B4-BE49-F238E27FC236}">
                <a16:creationId xmlns:a16="http://schemas.microsoft.com/office/drawing/2014/main" id="{77A14918-E7E3-752C-3121-D2195DF59A1F}"/>
              </a:ext>
            </a:extLst>
          </p:cNvPr>
          <p:cNvGrpSpPr/>
          <p:nvPr/>
        </p:nvGrpSpPr>
        <p:grpSpPr>
          <a:xfrm rot="1139973">
            <a:off x="7067178" y="3566074"/>
            <a:ext cx="546100" cy="571500"/>
            <a:chOff x="608609" y="2370079"/>
            <a:chExt cx="458224" cy="523616"/>
          </a:xfrm>
        </p:grpSpPr>
        <p:grpSp>
          <p:nvGrpSpPr>
            <p:cNvPr id="518" name="Google Shape;239;p21">
              <a:extLst>
                <a:ext uri="{FF2B5EF4-FFF2-40B4-BE49-F238E27FC236}">
                  <a16:creationId xmlns:a16="http://schemas.microsoft.com/office/drawing/2014/main" id="{D1398003-926B-4A3C-A55B-34E897914314}"/>
                </a:ext>
              </a:extLst>
            </p:cNvPr>
            <p:cNvGrpSpPr/>
            <p:nvPr/>
          </p:nvGrpSpPr>
          <p:grpSpPr>
            <a:xfrm>
              <a:off x="608609" y="2665704"/>
              <a:ext cx="458224" cy="227991"/>
              <a:chOff x="5668659" y="1713442"/>
              <a:chExt cx="458224" cy="227991"/>
            </a:xfrm>
          </p:grpSpPr>
          <p:grpSp>
            <p:nvGrpSpPr>
              <p:cNvPr id="541" name="Google Shape;240;p21">
                <a:extLst>
                  <a:ext uri="{FF2B5EF4-FFF2-40B4-BE49-F238E27FC236}">
                    <a16:creationId xmlns:a16="http://schemas.microsoft.com/office/drawing/2014/main" id="{1B6E8A6D-1817-5687-57C4-8758F721F32C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549" name="Google Shape;241;p21">
                  <a:extLst>
                    <a:ext uri="{FF2B5EF4-FFF2-40B4-BE49-F238E27FC236}">
                      <a16:creationId xmlns:a16="http://schemas.microsoft.com/office/drawing/2014/main" id="{E6E782C4-A471-021E-6187-581717C0E277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0" name="Google Shape;242;p21">
                  <a:extLst>
                    <a:ext uri="{FF2B5EF4-FFF2-40B4-BE49-F238E27FC236}">
                      <a16:creationId xmlns:a16="http://schemas.microsoft.com/office/drawing/2014/main" id="{3874DAA4-1E78-B1DC-04D2-DA387CA27CB6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2" name="Google Shape;243;p21">
                <a:extLst>
                  <a:ext uri="{FF2B5EF4-FFF2-40B4-BE49-F238E27FC236}">
                    <a16:creationId xmlns:a16="http://schemas.microsoft.com/office/drawing/2014/main" id="{C5EAD650-0DDB-EF12-809B-8330C163A4A9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546" name="Google Shape;244;p21">
                  <a:extLst>
                    <a:ext uri="{FF2B5EF4-FFF2-40B4-BE49-F238E27FC236}">
                      <a16:creationId xmlns:a16="http://schemas.microsoft.com/office/drawing/2014/main" id="{DA198304-8EBF-732C-F08E-521F0313D08B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" name="Google Shape;245;p21">
                  <a:extLst>
                    <a:ext uri="{FF2B5EF4-FFF2-40B4-BE49-F238E27FC236}">
                      <a16:creationId xmlns:a16="http://schemas.microsoft.com/office/drawing/2014/main" id="{79F5B50D-6CE5-804B-9125-966C625811CD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246;p21">
                  <a:extLst>
                    <a:ext uri="{FF2B5EF4-FFF2-40B4-BE49-F238E27FC236}">
                      <a16:creationId xmlns:a16="http://schemas.microsoft.com/office/drawing/2014/main" id="{793A7C72-2CC3-A104-9538-DA7500FCF340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43" name="Google Shape;247;p21">
                <a:extLst>
                  <a:ext uri="{FF2B5EF4-FFF2-40B4-BE49-F238E27FC236}">
                    <a16:creationId xmlns:a16="http://schemas.microsoft.com/office/drawing/2014/main" id="{48BE41E3-35EA-7364-F7B8-A1B6A5708029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544" name="Google Shape;248;p21">
                  <a:extLst>
                    <a:ext uri="{FF2B5EF4-FFF2-40B4-BE49-F238E27FC236}">
                      <a16:creationId xmlns:a16="http://schemas.microsoft.com/office/drawing/2014/main" id="{D086A8E6-18F7-D2AE-1057-6784262C4D4A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" name="Google Shape;249;p21">
                  <a:extLst>
                    <a:ext uri="{FF2B5EF4-FFF2-40B4-BE49-F238E27FC236}">
                      <a16:creationId xmlns:a16="http://schemas.microsoft.com/office/drawing/2014/main" id="{447D0FD2-2104-D5CA-D8E4-B2AAEFB5B506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19" name="Google Shape;250;p21">
              <a:extLst>
                <a:ext uri="{FF2B5EF4-FFF2-40B4-BE49-F238E27FC236}">
                  <a16:creationId xmlns:a16="http://schemas.microsoft.com/office/drawing/2014/main" id="{026FEDDD-010D-8984-0CC8-DC7C680DE5EB}"/>
                </a:ext>
              </a:extLst>
            </p:cNvPr>
            <p:cNvGrpSpPr/>
            <p:nvPr/>
          </p:nvGrpSpPr>
          <p:grpSpPr>
            <a:xfrm>
              <a:off x="608609" y="2511879"/>
              <a:ext cx="458224" cy="227991"/>
              <a:chOff x="5668659" y="1713442"/>
              <a:chExt cx="458224" cy="227991"/>
            </a:xfrm>
          </p:grpSpPr>
          <p:grpSp>
            <p:nvGrpSpPr>
              <p:cNvPr id="531" name="Google Shape;251;p21">
                <a:extLst>
                  <a:ext uri="{FF2B5EF4-FFF2-40B4-BE49-F238E27FC236}">
                    <a16:creationId xmlns:a16="http://schemas.microsoft.com/office/drawing/2014/main" id="{C4B5AB61-67EF-C001-976E-FA00F8D3202F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539" name="Google Shape;252;p21">
                  <a:extLst>
                    <a:ext uri="{FF2B5EF4-FFF2-40B4-BE49-F238E27FC236}">
                      <a16:creationId xmlns:a16="http://schemas.microsoft.com/office/drawing/2014/main" id="{F4D649E2-E02F-1298-A49F-A4268A4D2FB8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" name="Google Shape;253;p21">
                  <a:extLst>
                    <a:ext uri="{FF2B5EF4-FFF2-40B4-BE49-F238E27FC236}">
                      <a16:creationId xmlns:a16="http://schemas.microsoft.com/office/drawing/2014/main" id="{ECA6FF59-4292-272F-B930-E579216EC76D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2" name="Google Shape;254;p21">
                <a:extLst>
                  <a:ext uri="{FF2B5EF4-FFF2-40B4-BE49-F238E27FC236}">
                    <a16:creationId xmlns:a16="http://schemas.microsoft.com/office/drawing/2014/main" id="{390641EB-815B-C193-5846-28E19B3F3E97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536" name="Google Shape;255;p21">
                  <a:extLst>
                    <a:ext uri="{FF2B5EF4-FFF2-40B4-BE49-F238E27FC236}">
                      <a16:creationId xmlns:a16="http://schemas.microsoft.com/office/drawing/2014/main" id="{1CE96E51-E20F-B868-E003-7F9DEFC737DF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" name="Google Shape;256;p21">
                  <a:extLst>
                    <a:ext uri="{FF2B5EF4-FFF2-40B4-BE49-F238E27FC236}">
                      <a16:creationId xmlns:a16="http://schemas.microsoft.com/office/drawing/2014/main" id="{7459472D-1B41-9A42-179F-45BE858604C9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" name="Google Shape;257;p21">
                  <a:extLst>
                    <a:ext uri="{FF2B5EF4-FFF2-40B4-BE49-F238E27FC236}">
                      <a16:creationId xmlns:a16="http://schemas.microsoft.com/office/drawing/2014/main" id="{7628EDF2-8DA2-3786-91C5-BA8269F8265D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33" name="Google Shape;258;p21">
                <a:extLst>
                  <a:ext uri="{FF2B5EF4-FFF2-40B4-BE49-F238E27FC236}">
                    <a16:creationId xmlns:a16="http://schemas.microsoft.com/office/drawing/2014/main" id="{9821B6B3-F389-3BA1-39DB-53066E589756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534" name="Google Shape;259;p21">
                  <a:extLst>
                    <a:ext uri="{FF2B5EF4-FFF2-40B4-BE49-F238E27FC236}">
                      <a16:creationId xmlns:a16="http://schemas.microsoft.com/office/drawing/2014/main" id="{9D294E45-02F8-4EC9-8A2C-67878E0B4671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" name="Google Shape;260;p21">
                  <a:extLst>
                    <a:ext uri="{FF2B5EF4-FFF2-40B4-BE49-F238E27FC236}">
                      <a16:creationId xmlns:a16="http://schemas.microsoft.com/office/drawing/2014/main" id="{B54311DA-3593-86F8-3DCB-4E49781FABF0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0" name="Google Shape;261;p21">
              <a:extLst>
                <a:ext uri="{FF2B5EF4-FFF2-40B4-BE49-F238E27FC236}">
                  <a16:creationId xmlns:a16="http://schemas.microsoft.com/office/drawing/2014/main" id="{89B926CD-FD8C-F65E-01E8-CBD02C362F72}"/>
                </a:ext>
              </a:extLst>
            </p:cNvPr>
            <p:cNvGrpSpPr/>
            <p:nvPr/>
          </p:nvGrpSpPr>
          <p:grpSpPr>
            <a:xfrm>
              <a:off x="608609" y="2370079"/>
              <a:ext cx="458224" cy="227991"/>
              <a:chOff x="5668659" y="1713442"/>
              <a:chExt cx="458224" cy="227991"/>
            </a:xfrm>
          </p:grpSpPr>
          <p:grpSp>
            <p:nvGrpSpPr>
              <p:cNvPr id="521" name="Google Shape;262;p21">
                <a:extLst>
                  <a:ext uri="{FF2B5EF4-FFF2-40B4-BE49-F238E27FC236}">
                    <a16:creationId xmlns:a16="http://schemas.microsoft.com/office/drawing/2014/main" id="{17602603-1731-DC5D-ADE9-44EEBF0766AC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529" name="Google Shape;263;p21">
                  <a:extLst>
                    <a:ext uri="{FF2B5EF4-FFF2-40B4-BE49-F238E27FC236}">
                      <a16:creationId xmlns:a16="http://schemas.microsoft.com/office/drawing/2014/main" id="{E66E7F18-FE55-9A43-3DF2-A4F6B80ABD33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264;p21">
                  <a:extLst>
                    <a:ext uri="{FF2B5EF4-FFF2-40B4-BE49-F238E27FC236}">
                      <a16:creationId xmlns:a16="http://schemas.microsoft.com/office/drawing/2014/main" id="{CBF02FBF-777F-74CD-A15F-0B2C485C2448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2" name="Google Shape;265;p21">
                <a:extLst>
                  <a:ext uri="{FF2B5EF4-FFF2-40B4-BE49-F238E27FC236}">
                    <a16:creationId xmlns:a16="http://schemas.microsoft.com/office/drawing/2014/main" id="{67F13C22-D898-88A2-84B5-B5DEBC6CA5A2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526" name="Google Shape;266;p21">
                  <a:extLst>
                    <a:ext uri="{FF2B5EF4-FFF2-40B4-BE49-F238E27FC236}">
                      <a16:creationId xmlns:a16="http://schemas.microsoft.com/office/drawing/2014/main" id="{6C6ED7F9-F797-6CFC-B9F0-078D5AC6B5FC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267;p21">
                  <a:extLst>
                    <a:ext uri="{FF2B5EF4-FFF2-40B4-BE49-F238E27FC236}">
                      <a16:creationId xmlns:a16="http://schemas.microsoft.com/office/drawing/2014/main" id="{E1E66461-4A6D-75D9-4015-B44AA46F497D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268;p21">
                  <a:extLst>
                    <a:ext uri="{FF2B5EF4-FFF2-40B4-BE49-F238E27FC236}">
                      <a16:creationId xmlns:a16="http://schemas.microsoft.com/office/drawing/2014/main" id="{45710B23-5B8E-9E6B-7BE1-8E32A53074EE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23" name="Google Shape;269;p21">
                <a:extLst>
                  <a:ext uri="{FF2B5EF4-FFF2-40B4-BE49-F238E27FC236}">
                    <a16:creationId xmlns:a16="http://schemas.microsoft.com/office/drawing/2014/main" id="{39E7FCEF-8AB3-AC44-9D1A-09BB431BA25F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524" name="Google Shape;270;p21">
                  <a:extLst>
                    <a:ext uri="{FF2B5EF4-FFF2-40B4-BE49-F238E27FC236}">
                      <a16:creationId xmlns:a16="http://schemas.microsoft.com/office/drawing/2014/main" id="{493EC712-EE37-C0B4-5A81-2CFCAB6D64DE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271;p21">
                  <a:extLst>
                    <a:ext uri="{FF2B5EF4-FFF2-40B4-BE49-F238E27FC236}">
                      <a16:creationId xmlns:a16="http://schemas.microsoft.com/office/drawing/2014/main" id="{80551525-F4A3-FB0D-9C37-BC7C1760FE14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51" name="Google Shape;272;p21">
            <a:extLst>
              <a:ext uri="{FF2B5EF4-FFF2-40B4-BE49-F238E27FC236}">
                <a16:creationId xmlns:a16="http://schemas.microsoft.com/office/drawing/2014/main" id="{CC644796-16FA-E372-5023-29B5FB92F4AF}"/>
              </a:ext>
            </a:extLst>
          </p:cNvPr>
          <p:cNvGrpSpPr/>
          <p:nvPr/>
        </p:nvGrpSpPr>
        <p:grpSpPr>
          <a:xfrm>
            <a:off x="6858000" y="4470400"/>
            <a:ext cx="546100" cy="571500"/>
            <a:chOff x="608609" y="2370079"/>
            <a:chExt cx="458224" cy="523616"/>
          </a:xfrm>
        </p:grpSpPr>
        <p:grpSp>
          <p:nvGrpSpPr>
            <p:cNvPr id="552" name="Google Shape;273;p21">
              <a:extLst>
                <a:ext uri="{FF2B5EF4-FFF2-40B4-BE49-F238E27FC236}">
                  <a16:creationId xmlns:a16="http://schemas.microsoft.com/office/drawing/2014/main" id="{64243026-58C8-E66D-7C11-3418A99DA3EC}"/>
                </a:ext>
              </a:extLst>
            </p:cNvPr>
            <p:cNvGrpSpPr/>
            <p:nvPr/>
          </p:nvGrpSpPr>
          <p:grpSpPr>
            <a:xfrm>
              <a:off x="608609" y="2665704"/>
              <a:ext cx="458224" cy="227991"/>
              <a:chOff x="5668659" y="1713442"/>
              <a:chExt cx="458224" cy="227991"/>
            </a:xfrm>
          </p:grpSpPr>
          <p:grpSp>
            <p:nvGrpSpPr>
              <p:cNvPr id="575" name="Google Shape;274;p21">
                <a:extLst>
                  <a:ext uri="{FF2B5EF4-FFF2-40B4-BE49-F238E27FC236}">
                    <a16:creationId xmlns:a16="http://schemas.microsoft.com/office/drawing/2014/main" id="{FA661F51-7920-9DB6-6E56-F49435C22471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583" name="Google Shape;275;p21">
                  <a:extLst>
                    <a:ext uri="{FF2B5EF4-FFF2-40B4-BE49-F238E27FC236}">
                      <a16:creationId xmlns:a16="http://schemas.microsoft.com/office/drawing/2014/main" id="{0E82FE48-2762-601C-D7C2-0CAB6DE18187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276;p21">
                  <a:extLst>
                    <a:ext uri="{FF2B5EF4-FFF2-40B4-BE49-F238E27FC236}">
                      <a16:creationId xmlns:a16="http://schemas.microsoft.com/office/drawing/2014/main" id="{A63319ED-3A4E-97A5-D173-124F78371F6D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76" name="Google Shape;277;p21">
                <a:extLst>
                  <a:ext uri="{FF2B5EF4-FFF2-40B4-BE49-F238E27FC236}">
                    <a16:creationId xmlns:a16="http://schemas.microsoft.com/office/drawing/2014/main" id="{22202061-B763-61E3-6CA1-AC935FA27745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580" name="Google Shape;278;p21">
                  <a:extLst>
                    <a:ext uri="{FF2B5EF4-FFF2-40B4-BE49-F238E27FC236}">
                      <a16:creationId xmlns:a16="http://schemas.microsoft.com/office/drawing/2014/main" id="{033C5C2C-C256-5216-9D1D-1C612B3BE63C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279;p21">
                  <a:extLst>
                    <a:ext uri="{FF2B5EF4-FFF2-40B4-BE49-F238E27FC236}">
                      <a16:creationId xmlns:a16="http://schemas.microsoft.com/office/drawing/2014/main" id="{4319239E-45E4-013E-A03F-14C5643B081B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280;p21">
                  <a:extLst>
                    <a:ext uri="{FF2B5EF4-FFF2-40B4-BE49-F238E27FC236}">
                      <a16:creationId xmlns:a16="http://schemas.microsoft.com/office/drawing/2014/main" id="{003D869D-EC44-21BA-B2DA-7C3DF4FCFA51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77" name="Google Shape;281;p21">
                <a:extLst>
                  <a:ext uri="{FF2B5EF4-FFF2-40B4-BE49-F238E27FC236}">
                    <a16:creationId xmlns:a16="http://schemas.microsoft.com/office/drawing/2014/main" id="{F93244EA-5B1A-DB6E-A6AE-62E3F21C1DB8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578" name="Google Shape;282;p21">
                  <a:extLst>
                    <a:ext uri="{FF2B5EF4-FFF2-40B4-BE49-F238E27FC236}">
                      <a16:creationId xmlns:a16="http://schemas.microsoft.com/office/drawing/2014/main" id="{4C1FEA43-4477-2E15-D301-3CC9FC2EE0E9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283;p21">
                  <a:extLst>
                    <a:ext uri="{FF2B5EF4-FFF2-40B4-BE49-F238E27FC236}">
                      <a16:creationId xmlns:a16="http://schemas.microsoft.com/office/drawing/2014/main" id="{07CE3596-D37B-2184-E9AA-CDA45359F777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53" name="Google Shape;284;p21">
              <a:extLst>
                <a:ext uri="{FF2B5EF4-FFF2-40B4-BE49-F238E27FC236}">
                  <a16:creationId xmlns:a16="http://schemas.microsoft.com/office/drawing/2014/main" id="{4FB026BA-813F-C06B-BA34-F58CF410A012}"/>
                </a:ext>
              </a:extLst>
            </p:cNvPr>
            <p:cNvGrpSpPr/>
            <p:nvPr/>
          </p:nvGrpSpPr>
          <p:grpSpPr>
            <a:xfrm>
              <a:off x="608609" y="2511879"/>
              <a:ext cx="458224" cy="227991"/>
              <a:chOff x="5668659" y="1713442"/>
              <a:chExt cx="458224" cy="227991"/>
            </a:xfrm>
          </p:grpSpPr>
          <p:grpSp>
            <p:nvGrpSpPr>
              <p:cNvPr id="565" name="Google Shape;285;p21">
                <a:extLst>
                  <a:ext uri="{FF2B5EF4-FFF2-40B4-BE49-F238E27FC236}">
                    <a16:creationId xmlns:a16="http://schemas.microsoft.com/office/drawing/2014/main" id="{2894808B-CFB9-0573-956E-7AB5D52B57B9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573" name="Google Shape;286;p21">
                  <a:extLst>
                    <a:ext uri="{FF2B5EF4-FFF2-40B4-BE49-F238E27FC236}">
                      <a16:creationId xmlns:a16="http://schemas.microsoft.com/office/drawing/2014/main" id="{EB2C723A-118B-FD1C-3B38-23C42B12E539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4" name="Google Shape;287;p21">
                  <a:extLst>
                    <a:ext uri="{FF2B5EF4-FFF2-40B4-BE49-F238E27FC236}">
                      <a16:creationId xmlns:a16="http://schemas.microsoft.com/office/drawing/2014/main" id="{156BE3E2-6B18-DE1E-6278-1350F0D66192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6" name="Google Shape;288;p21">
                <a:extLst>
                  <a:ext uri="{FF2B5EF4-FFF2-40B4-BE49-F238E27FC236}">
                    <a16:creationId xmlns:a16="http://schemas.microsoft.com/office/drawing/2014/main" id="{B0C766E5-2DEE-6C4C-1A3F-0DB979BE831F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570" name="Google Shape;289;p21">
                  <a:extLst>
                    <a:ext uri="{FF2B5EF4-FFF2-40B4-BE49-F238E27FC236}">
                      <a16:creationId xmlns:a16="http://schemas.microsoft.com/office/drawing/2014/main" id="{3221E262-9C04-D143-89D3-2B0CB2A91FD1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1" name="Google Shape;290;p21">
                  <a:extLst>
                    <a:ext uri="{FF2B5EF4-FFF2-40B4-BE49-F238E27FC236}">
                      <a16:creationId xmlns:a16="http://schemas.microsoft.com/office/drawing/2014/main" id="{6F7E65DA-5A0D-7CEE-F637-41A42B1CB05E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2" name="Google Shape;291;p21">
                  <a:extLst>
                    <a:ext uri="{FF2B5EF4-FFF2-40B4-BE49-F238E27FC236}">
                      <a16:creationId xmlns:a16="http://schemas.microsoft.com/office/drawing/2014/main" id="{0179B7CA-954D-368A-C91E-EAFCC77B73BE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67" name="Google Shape;292;p21">
                <a:extLst>
                  <a:ext uri="{FF2B5EF4-FFF2-40B4-BE49-F238E27FC236}">
                    <a16:creationId xmlns:a16="http://schemas.microsoft.com/office/drawing/2014/main" id="{FFAF0D17-9726-3A55-7CC5-BF045C2C3D86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568" name="Google Shape;293;p21">
                  <a:extLst>
                    <a:ext uri="{FF2B5EF4-FFF2-40B4-BE49-F238E27FC236}">
                      <a16:creationId xmlns:a16="http://schemas.microsoft.com/office/drawing/2014/main" id="{605CB372-6C7A-02C1-5E4E-352D2DF0A8B8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294;p21">
                  <a:extLst>
                    <a:ext uri="{FF2B5EF4-FFF2-40B4-BE49-F238E27FC236}">
                      <a16:creationId xmlns:a16="http://schemas.microsoft.com/office/drawing/2014/main" id="{D3330FE3-E9D0-0337-A6B4-42D8D3C8F855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54" name="Google Shape;295;p21">
              <a:extLst>
                <a:ext uri="{FF2B5EF4-FFF2-40B4-BE49-F238E27FC236}">
                  <a16:creationId xmlns:a16="http://schemas.microsoft.com/office/drawing/2014/main" id="{8E1DF6A8-251A-7475-B7CB-A5CE9B17747D}"/>
                </a:ext>
              </a:extLst>
            </p:cNvPr>
            <p:cNvGrpSpPr/>
            <p:nvPr/>
          </p:nvGrpSpPr>
          <p:grpSpPr>
            <a:xfrm>
              <a:off x="608609" y="2370079"/>
              <a:ext cx="458224" cy="227991"/>
              <a:chOff x="5668659" y="1713442"/>
              <a:chExt cx="458224" cy="227991"/>
            </a:xfrm>
          </p:grpSpPr>
          <p:grpSp>
            <p:nvGrpSpPr>
              <p:cNvPr id="555" name="Google Shape;296;p21">
                <a:extLst>
                  <a:ext uri="{FF2B5EF4-FFF2-40B4-BE49-F238E27FC236}">
                    <a16:creationId xmlns:a16="http://schemas.microsoft.com/office/drawing/2014/main" id="{F605858F-0680-B023-0815-BE11620998D2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563" name="Google Shape;297;p21">
                  <a:extLst>
                    <a:ext uri="{FF2B5EF4-FFF2-40B4-BE49-F238E27FC236}">
                      <a16:creationId xmlns:a16="http://schemas.microsoft.com/office/drawing/2014/main" id="{0DAEA290-80E5-3196-8137-2310469141D9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298;p21">
                  <a:extLst>
                    <a:ext uri="{FF2B5EF4-FFF2-40B4-BE49-F238E27FC236}">
                      <a16:creationId xmlns:a16="http://schemas.microsoft.com/office/drawing/2014/main" id="{FFAF3C39-CAD5-45CC-25AE-4FD798D338F0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6" name="Google Shape;299;p21">
                <a:extLst>
                  <a:ext uri="{FF2B5EF4-FFF2-40B4-BE49-F238E27FC236}">
                    <a16:creationId xmlns:a16="http://schemas.microsoft.com/office/drawing/2014/main" id="{22D06323-F195-0541-D42E-1CE01A7996B5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560" name="Google Shape;300;p21">
                  <a:extLst>
                    <a:ext uri="{FF2B5EF4-FFF2-40B4-BE49-F238E27FC236}">
                      <a16:creationId xmlns:a16="http://schemas.microsoft.com/office/drawing/2014/main" id="{54F15149-1102-D180-ECC5-3D8E21936DD6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" name="Google Shape;301;p21">
                  <a:extLst>
                    <a:ext uri="{FF2B5EF4-FFF2-40B4-BE49-F238E27FC236}">
                      <a16:creationId xmlns:a16="http://schemas.microsoft.com/office/drawing/2014/main" id="{A23EB924-A81B-D721-093B-D564056E6085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2" name="Google Shape;302;p21">
                  <a:extLst>
                    <a:ext uri="{FF2B5EF4-FFF2-40B4-BE49-F238E27FC236}">
                      <a16:creationId xmlns:a16="http://schemas.microsoft.com/office/drawing/2014/main" id="{7DB4FCDE-6218-9C8F-04FC-B3BEBADA4259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57" name="Google Shape;303;p21">
                <a:extLst>
                  <a:ext uri="{FF2B5EF4-FFF2-40B4-BE49-F238E27FC236}">
                    <a16:creationId xmlns:a16="http://schemas.microsoft.com/office/drawing/2014/main" id="{F18E43B4-8863-007E-CF8D-BCB5DC80449E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558" name="Google Shape;304;p21">
                  <a:extLst>
                    <a:ext uri="{FF2B5EF4-FFF2-40B4-BE49-F238E27FC236}">
                      <a16:creationId xmlns:a16="http://schemas.microsoft.com/office/drawing/2014/main" id="{10FF5C8C-8CD1-BA65-0EE6-64CE6362FD2B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" name="Google Shape;305;p21">
                  <a:extLst>
                    <a:ext uri="{FF2B5EF4-FFF2-40B4-BE49-F238E27FC236}">
                      <a16:creationId xmlns:a16="http://schemas.microsoft.com/office/drawing/2014/main" id="{AEC8CEF6-A4B8-2196-092F-D42BA90858CA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cxnSp>
        <p:nvCxnSpPr>
          <p:cNvPr id="585" name="直接箭头连接符 584">
            <a:extLst>
              <a:ext uri="{FF2B5EF4-FFF2-40B4-BE49-F238E27FC236}">
                <a16:creationId xmlns:a16="http://schemas.microsoft.com/office/drawing/2014/main" id="{BFE3CB3B-5D0D-7F7C-B067-A6080FAA8791}"/>
              </a:ext>
            </a:extLst>
          </p:cNvPr>
          <p:cNvCxnSpPr/>
          <p:nvPr/>
        </p:nvCxnSpPr>
        <p:spPr>
          <a:xfrm>
            <a:off x="1308100" y="4241800"/>
            <a:ext cx="698500" cy="0"/>
          </a:xfrm>
          <a:prstGeom prst="straightConnector1">
            <a:avLst/>
          </a:prstGeom>
          <a:ln w="15240">
            <a:solidFill>
              <a:srgbClr val="4171B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直接箭头连接符 585">
            <a:extLst>
              <a:ext uri="{FF2B5EF4-FFF2-40B4-BE49-F238E27FC236}">
                <a16:creationId xmlns:a16="http://schemas.microsoft.com/office/drawing/2014/main" id="{10502642-9D7A-42AE-D714-566424D7A764}"/>
              </a:ext>
            </a:extLst>
          </p:cNvPr>
          <p:cNvCxnSpPr/>
          <p:nvPr/>
        </p:nvCxnSpPr>
        <p:spPr>
          <a:xfrm>
            <a:off x="2679700" y="4241800"/>
            <a:ext cx="977900" cy="0"/>
          </a:xfrm>
          <a:prstGeom prst="straightConnector1">
            <a:avLst/>
          </a:prstGeom>
          <a:ln w="15240">
            <a:solidFill>
              <a:srgbClr val="4171B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直接箭头连接符 586">
            <a:extLst>
              <a:ext uri="{FF2B5EF4-FFF2-40B4-BE49-F238E27FC236}">
                <a16:creationId xmlns:a16="http://schemas.microsoft.com/office/drawing/2014/main" id="{08D27507-D527-27FE-0090-450DF06BA0B1}"/>
              </a:ext>
            </a:extLst>
          </p:cNvPr>
          <p:cNvCxnSpPr/>
          <p:nvPr/>
        </p:nvCxnSpPr>
        <p:spPr>
          <a:xfrm>
            <a:off x="4318000" y="4241800"/>
            <a:ext cx="1219200" cy="0"/>
          </a:xfrm>
          <a:prstGeom prst="straightConnector1">
            <a:avLst/>
          </a:prstGeom>
          <a:ln w="15240">
            <a:solidFill>
              <a:srgbClr val="4171B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直接箭头连接符 587">
            <a:extLst>
              <a:ext uri="{FF2B5EF4-FFF2-40B4-BE49-F238E27FC236}">
                <a16:creationId xmlns:a16="http://schemas.microsoft.com/office/drawing/2014/main" id="{1E130E64-1E2E-04E4-4D71-4E87757EF2B1}"/>
              </a:ext>
            </a:extLst>
          </p:cNvPr>
          <p:cNvCxnSpPr/>
          <p:nvPr/>
        </p:nvCxnSpPr>
        <p:spPr>
          <a:xfrm flipV="1">
            <a:off x="6096000" y="4000500"/>
            <a:ext cx="711200" cy="139700"/>
          </a:xfrm>
          <a:prstGeom prst="straightConnector1">
            <a:avLst/>
          </a:prstGeom>
          <a:ln w="15240">
            <a:solidFill>
              <a:srgbClr val="4191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直接箭头连接符 588">
            <a:extLst>
              <a:ext uri="{FF2B5EF4-FFF2-40B4-BE49-F238E27FC236}">
                <a16:creationId xmlns:a16="http://schemas.microsoft.com/office/drawing/2014/main" id="{5FF7BF02-B1F3-9F37-595B-06742F685E9D}"/>
              </a:ext>
            </a:extLst>
          </p:cNvPr>
          <p:cNvCxnSpPr/>
          <p:nvPr/>
        </p:nvCxnSpPr>
        <p:spPr>
          <a:xfrm>
            <a:off x="6096000" y="4368800"/>
            <a:ext cx="711200" cy="381000"/>
          </a:xfrm>
          <a:prstGeom prst="straightConnector1">
            <a:avLst/>
          </a:prstGeom>
          <a:ln w="15240">
            <a:solidFill>
              <a:srgbClr val="B6484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文本框 589">
            <a:extLst>
              <a:ext uri="{FF2B5EF4-FFF2-40B4-BE49-F238E27FC236}">
                <a16:creationId xmlns:a16="http://schemas.microsoft.com/office/drawing/2014/main" id="{0A605AC4-DC87-CF6F-2D73-FD5FDE836BE9}"/>
              </a:ext>
            </a:extLst>
          </p:cNvPr>
          <p:cNvSpPr txBox="1"/>
          <p:nvPr/>
        </p:nvSpPr>
        <p:spPr>
          <a:xfrm>
            <a:off x="431800" y="4659717"/>
            <a:ext cx="11430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target case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591" name="文本框 590">
            <a:extLst>
              <a:ext uri="{FF2B5EF4-FFF2-40B4-BE49-F238E27FC236}">
                <a16:creationId xmlns:a16="http://schemas.microsoft.com/office/drawing/2014/main" id="{EF083EAC-0082-B145-C2AC-762CD849AC76}"/>
              </a:ext>
            </a:extLst>
          </p:cNvPr>
          <p:cNvSpPr txBox="1"/>
          <p:nvPr/>
        </p:nvSpPr>
        <p:spPr>
          <a:xfrm>
            <a:off x="1752600" y="4659716"/>
            <a:ext cx="12192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certificate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592" name="文本框 591">
            <a:extLst>
              <a:ext uri="{FF2B5EF4-FFF2-40B4-BE49-F238E27FC236}">
                <a16:creationId xmlns:a16="http://schemas.microsoft.com/office/drawing/2014/main" id="{EAA52507-B84C-47B2-7855-7F0EF3122DE4}"/>
              </a:ext>
            </a:extLst>
          </p:cNvPr>
          <p:cNvSpPr txBox="1"/>
          <p:nvPr/>
        </p:nvSpPr>
        <p:spPr>
          <a:xfrm>
            <a:off x="3517900" y="4734716"/>
            <a:ext cx="1016000" cy="1015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660" b="1">
                <a:solidFill>
                  <a:srgbClr val="232B33"/>
                </a:solidFill>
                <a:latin typeface="Arial" panose="020B0604020202020204" pitchFamily="34" charset="0"/>
              </a:rPr>
              <a:t>PCC verifier</a:t>
            </a:r>
            <a:endParaRPr lang="zh-CN" altLang="en-US" sz="66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593" name="文本框 592">
            <a:extLst>
              <a:ext uri="{FF2B5EF4-FFF2-40B4-BE49-F238E27FC236}">
                <a16:creationId xmlns:a16="http://schemas.microsoft.com/office/drawing/2014/main" id="{43193439-E03C-E661-C214-2D73BC56C463}"/>
              </a:ext>
            </a:extLst>
          </p:cNvPr>
          <p:cNvSpPr txBox="1"/>
          <p:nvPr/>
        </p:nvSpPr>
        <p:spPr>
          <a:xfrm>
            <a:off x="6273800" y="4199388"/>
            <a:ext cx="2794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 b="1">
                <a:solidFill>
                  <a:srgbClr val="41915C"/>
                </a:solidFill>
                <a:latin typeface="Arial" panose="020B0604020202020204" pitchFamily="34" charset="0"/>
              </a:rPr>
              <a:t>yes</a:t>
            </a:r>
            <a:endParaRPr lang="zh-CN" altLang="en-US" sz="520" b="1">
              <a:solidFill>
                <a:srgbClr val="41915C"/>
              </a:solidFill>
              <a:latin typeface="Arial" panose="020B0604020202020204" pitchFamily="34" charset="0"/>
            </a:endParaRPr>
          </a:p>
        </p:txBody>
      </p:sp>
      <p:sp>
        <p:nvSpPr>
          <p:cNvPr id="594" name="文本框 593">
            <a:extLst>
              <a:ext uri="{FF2B5EF4-FFF2-40B4-BE49-F238E27FC236}">
                <a16:creationId xmlns:a16="http://schemas.microsoft.com/office/drawing/2014/main" id="{1C33FF09-5387-440E-569B-0E0B1D9C7E07}"/>
              </a:ext>
            </a:extLst>
          </p:cNvPr>
          <p:cNvSpPr txBox="1"/>
          <p:nvPr/>
        </p:nvSpPr>
        <p:spPr>
          <a:xfrm>
            <a:off x="6273800" y="4935987"/>
            <a:ext cx="2794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 b="1">
                <a:solidFill>
                  <a:srgbClr val="B64844"/>
                </a:solidFill>
                <a:latin typeface="Arial" panose="020B0604020202020204" pitchFamily="34" charset="0"/>
              </a:rPr>
              <a:t>no</a:t>
            </a:r>
            <a:endParaRPr lang="zh-CN" altLang="en-US" sz="520" b="1">
              <a:solidFill>
                <a:srgbClr val="B64844"/>
              </a:solidFill>
              <a:latin typeface="Arial" panose="020B0604020202020204" pitchFamily="34" charset="0"/>
            </a:endParaRPr>
          </a:p>
        </p:txBody>
      </p:sp>
      <p:sp>
        <p:nvSpPr>
          <p:cNvPr id="595" name="文本框 594">
            <a:extLst>
              <a:ext uri="{FF2B5EF4-FFF2-40B4-BE49-F238E27FC236}">
                <a16:creationId xmlns:a16="http://schemas.microsoft.com/office/drawing/2014/main" id="{B9DB19EE-2DEF-1CE8-4DBC-3FB34CD800AF}"/>
              </a:ext>
            </a:extLst>
          </p:cNvPr>
          <p:cNvSpPr txBox="1"/>
          <p:nvPr/>
        </p:nvSpPr>
        <p:spPr>
          <a:xfrm>
            <a:off x="7454900" y="4169371"/>
            <a:ext cx="571500" cy="8925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580" b="1">
                <a:solidFill>
                  <a:srgbClr val="41915C"/>
                </a:solidFill>
                <a:latin typeface="Arial" panose="020B0604020202020204" pitchFamily="34" charset="0"/>
              </a:rPr>
              <a:t>release</a:t>
            </a:r>
            <a:endParaRPr lang="zh-CN" altLang="en-US" sz="580" b="1">
              <a:solidFill>
                <a:srgbClr val="41915C"/>
              </a:solidFill>
              <a:latin typeface="Arial" panose="020B0604020202020204" pitchFamily="34" charset="0"/>
            </a:endParaRPr>
          </a:p>
        </p:txBody>
      </p:sp>
      <p:sp>
        <p:nvSpPr>
          <p:cNvPr id="596" name="文本框 595">
            <a:extLst>
              <a:ext uri="{FF2B5EF4-FFF2-40B4-BE49-F238E27FC236}">
                <a16:creationId xmlns:a16="http://schemas.microsoft.com/office/drawing/2014/main" id="{2AA064DC-01D2-3A85-4A14-A509AA713DBD}"/>
              </a:ext>
            </a:extLst>
          </p:cNvPr>
          <p:cNvSpPr txBox="1"/>
          <p:nvPr/>
        </p:nvSpPr>
        <p:spPr>
          <a:xfrm>
            <a:off x="7454900" y="4805572"/>
            <a:ext cx="571500" cy="8925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580" b="1">
                <a:solidFill>
                  <a:srgbClr val="B64844"/>
                </a:solidFill>
                <a:latin typeface="Arial" panose="020B0604020202020204" pitchFamily="34" charset="0"/>
              </a:rPr>
              <a:t>reject</a:t>
            </a:r>
            <a:endParaRPr lang="zh-CN" altLang="en-US" sz="580" b="1">
              <a:solidFill>
                <a:srgbClr val="B64844"/>
              </a:solidFill>
              <a:latin typeface="Arial" panose="020B0604020202020204" pitchFamily="34" charset="0"/>
            </a:endParaRPr>
          </a:p>
        </p:txBody>
      </p:sp>
      <p:sp>
        <p:nvSpPr>
          <p:cNvPr id="597" name="文本框 596">
            <a:extLst>
              <a:ext uri="{FF2B5EF4-FFF2-40B4-BE49-F238E27FC236}">
                <a16:creationId xmlns:a16="http://schemas.microsoft.com/office/drawing/2014/main" id="{4C1ADD9C-69F1-9720-743D-8D6C11C6CD3D}"/>
              </a:ext>
            </a:extLst>
          </p:cNvPr>
          <p:cNvSpPr txBox="1"/>
          <p:nvPr/>
        </p:nvSpPr>
        <p:spPr>
          <a:xfrm>
            <a:off x="7747000" y="4515687"/>
            <a:ext cx="9144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auditable trusted base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sp>
        <p:nvSpPr>
          <p:cNvPr id="598" name="文本框 597">
            <a:extLst>
              <a:ext uri="{FF2B5EF4-FFF2-40B4-BE49-F238E27FC236}">
                <a16:creationId xmlns:a16="http://schemas.microsoft.com/office/drawing/2014/main" id="{92DF7D0A-049A-CBF0-34F0-83987E74A870}"/>
              </a:ext>
            </a:extLst>
          </p:cNvPr>
          <p:cNvSpPr txBox="1"/>
          <p:nvPr/>
        </p:nvSpPr>
        <p:spPr>
          <a:xfrm>
            <a:off x="355600" y="5369665"/>
            <a:ext cx="4635500" cy="73866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480">
                <a:solidFill>
                  <a:srgbClr val="5B6976"/>
                </a:solidFill>
                <a:latin typeface="Arial" panose="020B0604020202020204" pitchFamily="34" charset="0"/>
              </a:rPr>
              <a:t>Fig. 1. Proof-carrying canonicalization links obfuscated power-grid cases to verifiable study results.</a:t>
            </a:r>
            <a:endParaRPr lang="zh-CN" altLang="en-US" sz="48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5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EB84CB8-5FFB-A2F1-1EB3-6D6BBC4E144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DAA1DA-A574-E7E6-B0C0-178677DDAC30}"/>
              </a:ext>
            </a:extLst>
          </p:cNvPr>
          <p:cNvSpPr txBox="1"/>
          <p:nvPr/>
        </p:nvSpPr>
        <p:spPr>
          <a:xfrm>
            <a:off x="444500" y="494471"/>
            <a:ext cx="4572000" cy="200055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1300" b="1">
                <a:solidFill>
                  <a:srgbClr val="232B33"/>
                </a:solidFill>
                <a:latin typeface="Arial" panose="020B0604020202020204" pitchFamily="34" charset="0"/>
              </a:rPr>
              <a:t>Copied components from the supplied ML Visual library</a:t>
            </a:r>
            <a:endParaRPr lang="zh-CN" altLang="en-US" sz="1300" b="1">
              <a:solidFill>
                <a:srgbClr val="232B33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470F7C-7B59-D414-014E-803A18E6223F}"/>
              </a:ext>
            </a:extLst>
          </p:cNvPr>
          <p:cNvSpPr txBox="1"/>
          <p:nvPr/>
        </p:nvSpPr>
        <p:spPr>
          <a:xfrm>
            <a:off x="457200" y="683077"/>
            <a:ext cx="5588000" cy="104644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r>
              <a:rPr lang="en-US" altLang="zh-CN" sz="680">
                <a:solidFill>
                  <a:srgbClr val="5B6976"/>
                </a:solidFill>
                <a:latin typeface="Arial" panose="020B0604020202020204" pitchFamily="34" charset="0"/>
              </a:rPr>
              <a:t>All parts remain editable PowerPoint objects.</a:t>
            </a:r>
            <a:endParaRPr lang="zh-CN" altLang="en-US" sz="68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oogle Shape;120;p19">
            <a:extLst>
              <a:ext uri="{FF2B5EF4-FFF2-40B4-BE49-F238E27FC236}">
                <a16:creationId xmlns:a16="http://schemas.microsoft.com/office/drawing/2014/main" id="{BAD19B58-3E84-7D0D-B731-1E6CF1B8CBCF}"/>
              </a:ext>
            </a:extLst>
          </p:cNvPr>
          <p:cNvGrpSpPr/>
          <p:nvPr/>
        </p:nvGrpSpPr>
        <p:grpSpPr>
          <a:xfrm>
            <a:off x="609600" y="1143000"/>
            <a:ext cx="1016000" cy="914400"/>
            <a:chOff x="6240000" y="821025"/>
            <a:chExt cx="2904000" cy="2668950"/>
          </a:xfrm>
        </p:grpSpPr>
        <p:sp>
          <p:nvSpPr>
            <p:cNvPr id="6" name="Google Shape;121;p19">
              <a:extLst>
                <a:ext uri="{FF2B5EF4-FFF2-40B4-BE49-F238E27FC236}">
                  <a16:creationId xmlns:a16="http://schemas.microsoft.com/office/drawing/2014/main" id="{A5CC1652-A7D0-72F3-E899-F6394B7DA26E}"/>
                </a:ext>
              </a:extLst>
            </p:cNvPr>
            <p:cNvSpPr/>
            <p:nvPr/>
          </p:nvSpPr>
          <p:spPr>
            <a:xfrm flipH="1">
              <a:off x="6240000" y="821025"/>
              <a:ext cx="2904000" cy="26673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7" name="Google Shape;122;p19">
              <a:extLst>
                <a:ext uri="{FF2B5EF4-FFF2-40B4-BE49-F238E27FC236}">
                  <a16:creationId xmlns:a16="http://schemas.microsoft.com/office/drawing/2014/main" id="{B12A1DCF-D7ED-AA34-48EE-CCA0659D1C9C}"/>
                </a:ext>
              </a:extLst>
            </p:cNvPr>
            <p:cNvSpPr/>
            <p:nvPr/>
          </p:nvSpPr>
          <p:spPr>
            <a:xfrm flipH="1">
              <a:off x="62400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8" name="Google Shape;123;p19">
              <a:extLst>
                <a:ext uri="{FF2B5EF4-FFF2-40B4-BE49-F238E27FC236}">
                  <a16:creationId xmlns:a16="http://schemas.microsoft.com/office/drawing/2014/main" id="{1ACCBF65-86E3-A003-7C23-80363013DC81}"/>
                </a:ext>
              </a:extLst>
            </p:cNvPr>
            <p:cNvSpPr/>
            <p:nvPr/>
          </p:nvSpPr>
          <p:spPr>
            <a:xfrm flipH="1">
              <a:off x="68208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9" name="Google Shape;124;p19">
              <a:extLst>
                <a:ext uri="{FF2B5EF4-FFF2-40B4-BE49-F238E27FC236}">
                  <a16:creationId xmlns:a16="http://schemas.microsoft.com/office/drawing/2014/main" id="{7BD71C3E-47FE-58D1-C9BB-77C1E0F2EE2A}"/>
                </a:ext>
              </a:extLst>
            </p:cNvPr>
            <p:cNvSpPr/>
            <p:nvPr/>
          </p:nvSpPr>
          <p:spPr>
            <a:xfrm flipH="1">
              <a:off x="74016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" name="Google Shape;125;p19">
              <a:extLst>
                <a:ext uri="{FF2B5EF4-FFF2-40B4-BE49-F238E27FC236}">
                  <a16:creationId xmlns:a16="http://schemas.microsoft.com/office/drawing/2014/main" id="{B2591F2F-98F3-ED85-C21E-6B34D9431C4B}"/>
                </a:ext>
              </a:extLst>
            </p:cNvPr>
            <p:cNvSpPr/>
            <p:nvPr/>
          </p:nvSpPr>
          <p:spPr>
            <a:xfrm flipH="1">
              <a:off x="79824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1" name="Google Shape;126;p19">
              <a:extLst>
                <a:ext uri="{FF2B5EF4-FFF2-40B4-BE49-F238E27FC236}">
                  <a16:creationId xmlns:a16="http://schemas.microsoft.com/office/drawing/2014/main" id="{916CA236-110A-48FC-D4C5-323C0B9F530C}"/>
                </a:ext>
              </a:extLst>
            </p:cNvPr>
            <p:cNvSpPr/>
            <p:nvPr/>
          </p:nvSpPr>
          <p:spPr>
            <a:xfrm flipH="1">
              <a:off x="85632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2" name="Google Shape;127;p19">
              <a:extLst>
                <a:ext uri="{FF2B5EF4-FFF2-40B4-BE49-F238E27FC236}">
                  <a16:creationId xmlns:a16="http://schemas.microsoft.com/office/drawing/2014/main" id="{BF38CE0C-1F82-A4F3-D6C9-924516A7FF53}"/>
                </a:ext>
              </a:extLst>
            </p:cNvPr>
            <p:cNvSpPr/>
            <p:nvPr/>
          </p:nvSpPr>
          <p:spPr>
            <a:xfrm flipH="1">
              <a:off x="62400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3" name="Google Shape;128;p19">
              <a:extLst>
                <a:ext uri="{FF2B5EF4-FFF2-40B4-BE49-F238E27FC236}">
                  <a16:creationId xmlns:a16="http://schemas.microsoft.com/office/drawing/2014/main" id="{A35183D1-821C-A069-49C8-ABA87BBAD28F}"/>
                </a:ext>
              </a:extLst>
            </p:cNvPr>
            <p:cNvSpPr/>
            <p:nvPr/>
          </p:nvSpPr>
          <p:spPr>
            <a:xfrm flipH="1">
              <a:off x="68208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4" name="Google Shape;129;p19">
              <a:extLst>
                <a:ext uri="{FF2B5EF4-FFF2-40B4-BE49-F238E27FC236}">
                  <a16:creationId xmlns:a16="http://schemas.microsoft.com/office/drawing/2014/main" id="{AA69BB17-E039-BE38-1AF2-7D135E22BB52}"/>
                </a:ext>
              </a:extLst>
            </p:cNvPr>
            <p:cNvSpPr/>
            <p:nvPr/>
          </p:nvSpPr>
          <p:spPr>
            <a:xfrm flipH="1">
              <a:off x="74016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5" name="Google Shape;130;p19">
              <a:extLst>
                <a:ext uri="{FF2B5EF4-FFF2-40B4-BE49-F238E27FC236}">
                  <a16:creationId xmlns:a16="http://schemas.microsoft.com/office/drawing/2014/main" id="{8FB883CD-624E-27BC-1318-C40A1DF7505B}"/>
                </a:ext>
              </a:extLst>
            </p:cNvPr>
            <p:cNvSpPr/>
            <p:nvPr/>
          </p:nvSpPr>
          <p:spPr>
            <a:xfrm flipH="1">
              <a:off x="79824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" name="Google Shape;131;p19">
              <a:extLst>
                <a:ext uri="{FF2B5EF4-FFF2-40B4-BE49-F238E27FC236}">
                  <a16:creationId xmlns:a16="http://schemas.microsoft.com/office/drawing/2014/main" id="{C0414A99-A72E-D12F-CE20-9461C6D6C712}"/>
                </a:ext>
              </a:extLst>
            </p:cNvPr>
            <p:cNvSpPr/>
            <p:nvPr/>
          </p:nvSpPr>
          <p:spPr>
            <a:xfrm flipH="1">
              <a:off x="85632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7" name="Google Shape;132;p19">
              <a:extLst>
                <a:ext uri="{FF2B5EF4-FFF2-40B4-BE49-F238E27FC236}">
                  <a16:creationId xmlns:a16="http://schemas.microsoft.com/office/drawing/2014/main" id="{0D97FC4D-AC4A-2266-1493-D0DF67F3BAB8}"/>
                </a:ext>
              </a:extLst>
            </p:cNvPr>
            <p:cNvSpPr/>
            <p:nvPr/>
          </p:nvSpPr>
          <p:spPr>
            <a:xfrm flipH="1">
              <a:off x="62400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" name="Google Shape;133;p19">
              <a:extLst>
                <a:ext uri="{FF2B5EF4-FFF2-40B4-BE49-F238E27FC236}">
                  <a16:creationId xmlns:a16="http://schemas.microsoft.com/office/drawing/2014/main" id="{1CF03AC3-D0E9-F05B-F3F2-0D16FE7457CD}"/>
                </a:ext>
              </a:extLst>
            </p:cNvPr>
            <p:cNvSpPr/>
            <p:nvPr/>
          </p:nvSpPr>
          <p:spPr>
            <a:xfrm flipH="1">
              <a:off x="68208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" name="Google Shape;134;p19">
              <a:extLst>
                <a:ext uri="{FF2B5EF4-FFF2-40B4-BE49-F238E27FC236}">
                  <a16:creationId xmlns:a16="http://schemas.microsoft.com/office/drawing/2014/main" id="{5F874858-EF19-0475-669E-16D4A8EF5E34}"/>
                </a:ext>
              </a:extLst>
            </p:cNvPr>
            <p:cNvSpPr/>
            <p:nvPr/>
          </p:nvSpPr>
          <p:spPr>
            <a:xfrm flipH="1">
              <a:off x="74016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" name="Google Shape;135;p19">
              <a:extLst>
                <a:ext uri="{FF2B5EF4-FFF2-40B4-BE49-F238E27FC236}">
                  <a16:creationId xmlns:a16="http://schemas.microsoft.com/office/drawing/2014/main" id="{6E0A48BC-5FD9-A67D-E9EA-941BAABD6546}"/>
                </a:ext>
              </a:extLst>
            </p:cNvPr>
            <p:cNvSpPr/>
            <p:nvPr/>
          </p:nvSpPr>
          <p:spPr>
            <a:xfrm flipH="1">
              <a:off x="79824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1" name="Google Shape;136;p19">
              <a:extLst>
                <a:ext uri="{FF2B5EF4-FFF2-40B4-BE49-F238E27FC236}">
                  <a16:creationId xmlns:a16="http://schemas.microsoft.com/office/drawing/2014/main" id="{3727B6BB-E973-5FE2-AAF5-A7A2169B93D6}"/>
                </a:ext>
              </a:extLst>
            </p:cNvPr>
            <p:cNvSpPr/>
            <p:nvPr/>
          </p:nvSpPr>
          <p:spPr>
            <a:xfrm flipH="1">
              <a:off x="85632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2" name="Google Shape;137;p19">
              <a:extLst>
                <a:ext uri="{FF2B5EF4-FFF2-40B4-BE49-F238E27FC236}">
                  <a16:creationId xmlns:a16="http://schemas.microsoft.com/office/drawing/2014/main" id="{C9B9AB7A-D4C1-55FF-8A9E-F032CCF1E8A9}"/>
                </a:ext>
              </a:extLst>
            </p:cNvPr>
            <p:cNvSpPr/>
            <p:nvPr/>
          </p:nvSpPr>
          <p:spPr>
            <a:xfrm flipH="1">
              <a:off x="62400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3" name="Google Shape;138;p19">
              <a:extLst>
                <a:ext uri="{FF2B5EF4-FFF2-40B4-BE49-F238E27FC236}">
                  <a16:creationId xmlns:a16="http://schemas.microsoft.com/office/drawing/2014/main" id="{F0FE30EC-BD36-ACD8-D98E-8FE73DE8DECC}"/>
                </a:ext>
              </a:extLst>
            </p:cNvPr>
            <p:cNvSpPr/>
            <p:nvPr/>
          </p:nvSpPr>
          <p:spPr>
            <a:xfrm flipH="1">
              <a:off x="68208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4" name="Google Shape;139;p19">
              <a:extLst>
                <a:ext uri="{FF2B5EF4-FFF2-40B4-BE49-F238E27FC236}">
                  <a16:creationId xmlns:a16="http://schemas.microsoft.com/office/drawing/2014/main" id="{C1259938-B010-22AD-07F0-1FD703E3C23A}"/>
                </a:ext>
              </a:extLst>
            </p:cNvPr>
            <p:cNvSpPr/>
            <p:nvPr/>
          </p:nvSpPr>
          <p:spPr>
            <a:xfrm flipH="1">
              <a:off x="74016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5" name="Google Shape;140;p19">
              <a:extLst>
                <a:ext uri="{FF2B5EF4-FFF2-40B4-BE49-F238E27FC236}">
                  <a16:creationId xmlns:a16="http://schemas.microsoft.com/office/drawing/2014/main" id="{F776FADF-35B0-BB1C-EBCE-BA8F8056FD30}"/>
                </a:ext>
              </a:extLst>
            </p:cNvPr>
            <p:cNvSpPr/>
            <p:nvPr/>
          </p:nvSpPr>
          <p:spPr>
            <a:xfrm flipH="1">
              <a:off x="79824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6" name="Google Shape;141;p19">
              <a:extLst>
                <a:ext uri="{FF2B5EF4-FFF2-40B4-BE49-F238E27FC236}">
                  <a16:creationId xmlns:a16="http://schemas.microsoft.com/office/drawing/2014/main" id="{0CE360B8-F484-A9DA-026E-1EBF98F59861}"/>
                </a:ext>
              </a:extLst>
            </p:cNvPr>
            <p:cNvSpPr/>
            <p:nvPr/>
          </p:nvSpPr>
          <p:spPr>
            <a:xfrm flipH="1">
              <a:off x="85632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7" name="Google Shape;142;p19">
              <a:extLst>
                <a:ext uri="{FF2B5EF4-FFF2-40B4-BE49-F238E27FC236}">
                  <a16:creationId xmlns:a16="http://schemas.microsoft.com/office/drawing/2014/main" id="{0C97E546-1B9D-73D8-F0F2-68910DED7EF5}"/>
                </a:ext>
              </a:extLst>
            </p:cNvPr>
            <p:cNvSpPr/>
            <p:nvPr/>
          </p:nvSpPr>
          <p:spPr>
            <a:xfrm flipH="1">
              <a:off x="62400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8" name="Google Shape;143;p19">
              <a:extLst>
                <a:ext uri="{FF2B5EF4-FFF2-40B4-BE49-F238E27FC236}">
                  <a16:creationId xmlns:a16="http://schemas.microsoft.com/office/drawing/2014/main" id="{15F51964-C5EA-9FB7-1935-63BABB25B1B3}"/>
                </a:ext>
              </a:extLst>
            </p:cNvPr>
            <p:cNvSpPr/>
            <p:nvPr/>
          </p:nvSpPr>
          <p:spPr>
            <a:xfrm flipH="1">
              <a:off x="68208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9" name="Google Shape;144;p19">
              <a:extLst>
                <a:ext uri="{FF2B5EF4-FFF2-40B4-BE49-F238E27FC236}">
                  <a16:creationId xmlns:a16="http://schemas.microsoft.com/office/drawing/2014/main" id="{D94D7710-D0B3-B83D-467A-4C3269501F3A}"/>
                </a:ext>
              </a:extLst>
            </p:cNvPr>
            <p:cNvSpPr/>
            <p:nvPr/>
          </p:nvSpPr>
          <p:spPr>
            <a:xfrm flipH="1">
              <a:off x="74016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0" name="Google Shape;145;p19">
              <a:extLst>
                <a:ext uri="{FF2B5EF4-FFF2-40B4-BE49-F238E27FC236}">
                  <a16:creationId xmlns:a16="http://schemas.microsoft.com/office/drawing/2014/main" id="{23DA141F-4F9A-B9E6-D466-1B351A675707}"/>
                </a:ext>
              </a:extLst>
            </p:cNvPr>
            <p:cNvSpPr/>
            <p:nvPr/>
          </p:nvSpPr>
          <p:spPr>
            <a:xfrm flipH="1">
              <a:off x="79824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1" name="Google Shape;146;p19">
              <a:extLst>
                <a:ext uri="{FF2B5EF4-FFF2-40B4-BE49-F238E27FC236}">
                  <a16:creationId xmlns:a16="http://schemas.microsoft.com/office/drawing/2014/main" id="{B3B9D5A5-8FE2-2C01-E715-47A6F6FE81AE}"/>
                </a:ext>
              </a:extLst>
            </p:cNvPr>
            <p:cNvSpPr/>
            <p:nvPr/>
          </p:nvSpPr>
          <p:spPr>
            <a:xfrm flipH="1">
              <a:off x="85632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BD9C7CA6-373B-BFAB-DB4C-68A6DAAEF9E3}"/>
              </a:ext>
            </a:extLst>
          </p:cNvPr>
          <p:cNvSpPr txBox="1"/>
          <p:nvPr/>
        </p:nvSpPr>
        <p:spPr>
          <a:xfrm>
            <a:off x="609600" y="2496387"/>
            <a:ext cx="10160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slide 7 tensor cube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grpSp>
        <p:nvGrpSpPr>
          <p:cNvPr id="33" name="Google Shape;201;p19">
            <a:extLst>
              <a:ext uri="{FF2B5EF4-FFF2-40B4-BE49-F238E27FC236}">
                <a16:creationId xmlns:a16="http://schemas.microsoft.com/office/drawing/2014/main" id="{495D7D43-E6A2-9673-E8BD-0B397B77082D}"/>
              </a:ext>
            </a:extLst>
          </p:cNvPr>
          <p:cNvGrpSpPr/>
          <p:nvPr/>
        </p:nvGrpSpPr>
        <p:grpSpPr>
          <a:xfrm rot="237484">
            <a:off x="2285039" y="1060841"/>
            <a:ext cx="1041400" cy="990600"/>
            <a:chOff x="608609" y="2370079"/>
            <a:chExt cx="458224" cy="523616"/>
          </a:xfrm>
        </p:grpSpPr>
        <p:grpSp>
          <p:nvGrpSpPr>
            <p:cNvPr id="34" name="Google Shape;202;p19">
              <a:extLst>
                <a:ext uri="{FF2B5EF4-FFF2-40B4-BE49-F238E27FC236}">
                  <a16:creationId xmlns:a16="http://schemas.microsoft.com/office/drawing/2014/main" id="{A592C47D-73E4-4D45-DB92-1F3A198D1B4E}"/>
                </a:ext>
              </a:extLst>
            </p:cNvPr>
            <p:cNvGrpSpPr/>
            <p:nvPr/>
          </p:nvGrpSpPr>
          <p:grpSpPr>
            <a:xfrm>
              <a:off x="608609" y="2665704"/>
              <a:ext cx="458224" cy="227991"/>
              <a:chOff x="5668659" y="1713442"/>
              <a:chExt cx="458224" cy="227991"/>
            </a:xfrm>
          </p:grpSpPr>
          <p:grpSp>
            <p:nvGrpSpPr>
              <p:cNvPr id="57" name="Google Shape;203;p19">
                <a:extLst>
                  <a:ext uri="{FF2B5EF4-FFF2-40B4-BE49-F238E27FC236}">
                    <a16:creationId xmlns:a16="http://schemas.microsoft.com/office/drawing/2014/main" id="{F4990F24-4DDC-5029-2678-F8AD65FD03A9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65" name="Google Shape;204;p19">
                  <a:extLst>
                    <a:ext uri="{FF2B5EF4-FFF2-40B4-BE49-F238E27FC236}">
                      <a16:creationId xmlns:a16="http://schemas.microsoft.com/office/drawing/2014/main" id="{4F9A2236-A97C-EB56-B4C5-49A5A2EA29D6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205;p19">
                  <a:extLst>
                    <a:ext uri="{FF2B5EF4-FFF2-40B4-BE49-F238E27FC236}">
                      <a16:creationId xmlns:a16="http://schemas.microsoft.com/office/drawing/2014/main" id="{09B9B163-BC6C-9A70-156B-47379EB89A49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" name="Google Shape;206;p19">
                <a:extLst>
                  <a:ext uri="{FF2B5EF4-FFF2-40B4-BE49-F238E27FC236}">
                    <a16:creationId xmlns:a16="http://schemas.microsoft.com/office/drawing/2014/main" id="{59B707EA-A474-86A0-9E53-C91D9EFA269D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62" name="Google Shape;207;p19">
                  <a:extLst>
                    <a:ext uri="{FF2B5EF4-FFF2-40B4-BE49-F238E27FC236}">
                      <a16:creationId xmlns:a16="http://schemas.microsoft.com/office/drawing/2014/main" id="{C7DF3454-5BBF-C387-854B-F60484E5CD43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208;p19">
                  <a:extLst>
                    <a:ext uri="{FF2B5EF4-FFF2-40B4-BE49-F238E27FC236}">
                      <a16:creationId xmlns:a16="http://schemas.microsoft.com/office/drawing/2014/main" id="{7163452D-66B9-FC21-0BB8-C714BACC7ABB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209;p19">
                  <a:extLst>
                    <a:ext uri="{FF2B5EF4-FFF2-40B4-BE49-F238E27FC236}">
                      <a16:creationId xmlns:a16="http://schemas.microsoft.com/office/drawing/2014/main" id="{47FCB77A-1D26-D12F-A78D-F7381D211D48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9" name="Google Shape;210;p19">
                <a:extLst>
                  <a:ext uri="{FF2B5EF4-FFF2-40B4-BE49-F238E27FC236}">
                    <a16:creationId xmlns:a16="http://schemas.microsoft.com/office/drawing/2014/main" id="{C1A3B6DA-CC26-8618-FE31-4083D325979D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60" name="Google Shape;211;p19">
                  <a:extLst>
                    <a:ext uri="{FF2B5EF4-FFF2-40B4-BE49-F238E27FC236}">
                      <a16:creationId xmlns:a16="http://schemas.microsoft.com/office/drawing/2014/main" id="{8E353816-F252-8422-8323-DC9C2E921E35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212;p19">
                  <a:extLst>
                    <a:ext uri="{FF2B5EF4-FFF2-40B4-BE49-F238E27FC236}">
                      <a16:creationId xmlns:a16="http://schemas.microsoft.com/office/drawing/2014/main" id="{D159018B-30F7-185F-5E77-F3DB9A5A8A9F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" name="Google Shape;213;p19">
              <a:extLst>
                <a:ext uri="{FF2B5EF4-FFF2-40B4-BE49-F238E27FC236}">
                  <a16:creationId xmlns:a16="http://schemas.microsoft.com/office/drawing/2014/main" id="{C9085545-FD17-2A74-2C51-ECF9F1B2147C}"/>
                </a:ext>
              </a:extLst>
            </p:cNvPr>
            <p:cNvGrpSpPr/>
            <p:nvPr/>
          </p:nvGrpSpPr>
          <p:grpSpPr>
            <a:xfrm>
              <a:off x="608609" y="2511879"/>
              <a:ext cx="458224" cy="227991"/>
              <a:chOff x="5668659" y="1713442"/>
              <a:chExt cx="458224" cy="227991"/>
            </a:xfrm>
          </p:grpSpPr>
          <p:grpSp>
            <p:nvGrpSpPr>
              <p:cNvPr id="47" name="Google Shape;214;p19">
                <a:extLst>
                  <a:ext uri="{FF2B5EF4-FFF2-40B4-BE49-F238E27FC236}">
                    <a16:creationId xmlns:a16="http://schemas.microsoft.com/office/drawing/2014/main" id="{C4F09F44-944E-B49F-657A-9ACB4EB7B29C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55" name="Google Shape;215;p19">
                  <a:extLst>
                    <a:ext uri="{FF2B5EF4-FFF2-40B4-BE49-F238E27FC236}">
                      <a16:creationId xmlns:a16="http://schemas.microsoft.com/office/drawing/2014/main" id="{A64D48E1-4617-0827-A8D7-F96438E35FDF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216;p19">
                  <a:extLst>
                    <a:ext uri="{FF2B5EF4-FFF2-40B4-BE49-F238E27FC236}">
                      <a16:creationId xmlns:a16="http://schemas.microsoft.com/office/drawing/2014/main" id="{B8F12442-26B6-FE24-482C-DAE8DDF027FB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" name="Google Shape;217;p19">
                <a:extLst>
                  <a:ext uri="{FF2B5EF4-FFF2-40B4-BE49-F238E27FC236}">
                    <a16:creationId xmlns:a16="http://schemas.microsoft.com/office/drawing/2014/main" id="{12C2A001-9698-B653-26C8-0237E303A223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52" name="Google Shape;218;p19">
                  <a:extLst>
                    <a:ext uri="{FF2B5EF4-FFF2-40B4-BE49-F238E27FC236}">
                      <a16:creationId xmlns:a16="http://schemas.microsoft.com/office/drawing/2014/main" id="{79171D63-20D4-FD1A-669E-06D53B15DE83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219;p19">
                  <a:extLst>
                    <a:ext uri="{FF2B5EF4-FFF2-40B4-BE49-F238E27FC236}">
                      <a16:creationId xmlns:a16="http://schemas.microsoft.com/office/drawing/2014/main" id="{E54FB223-6BED-D101-350A-58AB178957AB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220;p19">
                  <a:extLst>
                    <a:ext uri="{FF2B5EF4-FFF2-40B4-BE49-F238E27FC236}">
                      <a16:creationId xmlns:a16="http://schemas.microsoft.com/office/drawing/2014/main" id="{2F450236-421F-0BBE-AB10-55E9CCEF94F1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9" name="Google Shape;221;p19">
                <a:extLst>
                  <a:ext uri="{FF2B5EF4-FFF2-40B4-BE49-F238E27FC236}">
                    <a16:creationId xmlns:a16="http://schemas.microsoft.com/office/drawing/2014/main" id="{0E3C8D18-DBE0-FD9F-5EEF-AAB3E13DAF79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50" name="Google Shape;222;p19">
                  <a:extLst>
                    <a:ext uri="{FF2B5EF4-FFF2-40B4-BE49-F238E27FC236}">
                      <a16:creationId xmlns:a16="http://schemas.microsoft.com/office/drawing/2014/main" id="{084C4C60-0764-0704-5418-0AD4DB9A51CB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223;p19">
                  <a:extLst>
                    <a:ext uri="{FF2B5EF4-FFF2-40B4-BE49-F238E27FC236}">
                      <a16:creationId xmlns:a16="http://schemas.microsoft.com/office/drawing/2014/main" id="{AB7B63E3-3766-7C46-4D4F-F7A530FAE75A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6" name="Google Shape;224;p19">
              <a:extLst>
                <a:ext uri="{FF2B5EF4-FFF2-40B4-BE49-F238E27FC236}">
                  <a16:creationId xmlns:a16="http://schemas.microsoft.com/office/drawing/2014/main" id="{C68054D6-132D-6D0B-502B-59AE4CD5AAD8}"/>
                </a:ext>
              </a:extLst>
            </p:cNvPr>
            <p:cNvGrpSpPr/>
            <p:nvPr/>
          </p:nvGrpSpPr>
          <p:grpSpPr>
            <a:xfrm>
              <a:off x="608609" y="2370079"/>
              <a:ext cx="458224" cy="227991"/>
              <a:chOff x="5668659" y="1713442"/>
              <a:chExt cx="458224" cy="227991"/>
            </a:xfrm>
          </p:grpSpPr>
          <p:grpSp>
            <p:nvGrpSpPr>
              <p:cNvPr id="37" name="Google Shape;225;p19">
                <a:extLst>
                  <a:ext uri="{FF2B5EF4-FFF2-40B4-BE49-F238E27FC236}">
                    <a16:creationId xmlns:a16="http://schemas.microsoft.com/office/drawing/2014/main" id="{FB15E0C1-A712-DCCA-A11C-A239575F3A3E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45" name="Google Shape;226;p19">
                  <a:extLst>
                    <a:ext uri="{FF2B5EF4-FFF2-40B4-BE49-F238E27FC236}">
                      <a16:creationId xmlns:a16="http://schemas.microsoft.com/office/drawing/2014/main" id="{16812199-9B9A-D601-799C-622566E18688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227;p19">
                  <a:extLst>
                    <a:ext uri="{FF2B5EF4-FFF2-40B4-BE49-F238E27FC236}">
                      <a16:creationId xmlns:a16="http://schemas.microsoft.com/office/drawing/2014/main" id="{EBE0578E-4C75-7B5E-2136-592C6E488700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" name="Google Shape;228;p19">
                <a:extLst>
                  <a:ext uri="{FF2B5EF4-FFF2-40B4-BE49-F238E27FC236}">
                    <a16:creationId xmlns:a16="http://schemas.microsoft.com/office/drawing/2014/main" id="{F1C34B92-A221-1BC8-AB65-368834B00A86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42" name="Google Shape;229;p19">
                  <a:extLst>
                    <a:ext uri="{FF2B5EF4-FFF2-40B4-BE49-F238E27FC236}">
                      <a16:creationId xmlns:a16="http://schemas.microsoft.com/office/drawing/2014/main" id="{3D2C93B8-0C0B-5275-DC54-BB99B156D44A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230;p19">
                  <a:extLst>
                    <a:ext uri="{FF2B5EF4-FFF2-40B4-BE49-F238E27FC236}">
                      <a16:creationId xmlns:a16="http://schemas.microsoft.com/office/drawing/2014/main" id="{934809EA-56A3-5863-7AF3-90CB4CE5EAC4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231;p19">
                  <a:extLst>
                    <a:ext uri="{FF2B5EF4-FFF2-40B4-BE49-F238E27FC236}">
                      <a16:creationId xmlns:a16="http://schemas.microsoft.com/office/drawing/2014/main" id="{35E23C82-F6FF-54A3-14B0-533C0EC2B100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9" name="Google Shape;232;p19">
                <a:extLst>
                  <a:ext uri="{FF2B5EF4-FFF2-40B4-BE49-F238E27FC236}">
                    <a16:creationId xmlns:a16="http://schemas.microsoft.com/office/drawing/2014/main" id="{B0D9ABC6-1673-5A4A-0579-64D1E395C24B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40" name="Google Shape;233;p19">
                  <a:extLst>
                    <a:ext uri="{FF2B5EF4-FFF2-40B4-BE49-F238E27FC236}">
                      <a16:creationId xmlns:a16="http://schemas.microsoft.com/office/drawing/2014/main" id="{E1A91530-8BCE-629C-D29F-C7A05B045B9C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234;p19">
                  <a:extLst>
                    <a:ext uri="{FF2B5EF4-FFF2-40B4-BE49-F238E27FC236}">
                      <a16:creationId xmlns:a16="http://schemas.microsoft.com/office/drawing/2014/main" id="{F1486B36-C936-F0C0-95C4-0AE1A7BA17FA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C4DD2AA8-2B95-C3A7-A6BC-B0BCC38F4D27}"/>
              </a:ext>
            </a:extLst>
          </p:cNvPr>
          <p:cNvSpPr txBox="1"/>
          <p:nvPr/>
        </p:nvSpPr>
        <p:spPr>
          <a:xfrm>
            <a:off x="2260600" y="2509087"/>
            <a:ext cx="10414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slide 7 feature cube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sp>
        <p:nvSpPr>
          <p:cNvPr id="69" name="Google Shape;340;p21">
            <a:extLst>
              <a:ext uri="{FF2B5EF4-FFF2-40B4-BE49-F238E27FC236}">
                <a16:creationId xmlns:a16="http://schemas.microsoft.com/office/drawing/2014/main" id="{E2A4EE6E-E8F3-E6E9-17F9-035D3AF8DC64}"/>
              </a:ext>
            </a:extLst>
          </p:cNvPr>
          <p:cNvSpPr/>
          <p:nvPr/>
        </p:nvSpPr>
        <p:spPr>
          <a:xfrm>
            <a:off x="3937000" y="1079500"/>
            <a:ext cx="1168400" cy="1041400"/>
          </a:xfrm>
          <a:prstGeom prst="cube">
            <a:avLst>
              <a:gd name="adj" fmla="val 25000"/>
            </a:avLst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E75E141-0A58-86A9-95A0-364C25F7AF5E}"/>
              </a:ext>
            </a:extLst>
          </p:cNvPr>
          <p:cNvSpPr txBox="1"/>
          <p:nvPr/>
        </p:nvSpPr>
        <p:spPr>
          <a:xfrm>
            <a:off x="3937000" y="2421388"/>
            <a:ext cx="11684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slide 8 3D block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grpSp>
        <p:nvGrpSpPr>
          <p:cNvPr id="71" name="Google Shape;2836;p49">
            <a:extLst>
              <a:ext uri="{FF2B5EF4-FFF2-40B4-BE49-F238E27FC236}">
                <a16:creationId xmlns:a16="http://schemas.microsoft.com/office/drawing/2014/main" id="{F33B24AA-2270-1D43-E17A-0AD817E5FD59}"/>
              </a:ext>
            </a:extLst>
          </p:cNvPr>
          <p:cNvGrpSpPr/>
          <p:nvPr/>
        </p:nvGrpSpPr>
        <p:grpSpPr>
          <a:xfrm>
            <a:off x="5715000" y="1117600"/>
            <a:ext cx="1092200" cy="1092200"/>
            <a:chOff x="5448325" y="610550"/>
            <a:chExt cx="2742700" cy="2742000"/>
          </a:xfrm>
        </p:grpSpPr>
        <p:sp>
          <p:nvSpPr>
            <p:cNvPr id="72" name="Google Shape;2837;p49">
              <a:extLst>
                <a:ext uri="{FF2B5EF4-FFF2-40B4-BE49-F238E27FC236}">
                  <a16:creationId xmlns:a16="http://schemas.microsoft.com/office/drawing/2014/main" id="{0ABFB7E9-F588-9111-9461-D05DD3AB811B}"/>
                </a:ext>
              </a:extLst>
            </p:cNvPr>
            <p:cNvSpPr/>
            <p:nvPr/>
          </p:nvSpPr>
          <p:spPr>
            <a:xfrm>
              <a:off x="5448325" y="6105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838;p49">
              <a:extLst>
                <a:ext uri="{FF2B5EF4-FFF2-40B4-BE49-F238E27FC236}">
                  <a16:creationId xmlns:a16="http://schemas.microsoft.com/office/drawing/2014/main" id="{6252DE6B-2E8B-4943-F1C2-BDAE60F577EE}"/>
                </a:ext>
              </a:extLst>
            </p:cNvPr>
            <p:cNvSpPr/>
            <p:nvPr/>
          </p:nvSpPr>
          <p:spPr>
            <a:xfrm>
              <a:off x="5722525" y="6105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839;p49">
              <a:extLst>
                <a:ext uri="{FF2B5EF4-FFF2-40B4-BE49-F238E27FC236}">
                  <a16:creationId xmlns:a16="http://schemas.microsoft.com/office/drawing/2014/main" id="{6EDC474F-02F2-2C70-66B0-B15EFF8A1BC7}"/>
                </a:ext>
              </a:extLst>
            </p:cNvPr>
            <p:cNvSpPr/>
            <p:nvPr/>
          </p:nvSpPr>
          <p:spPr>
            <a:xfrm>
              <a:off x="5996725" y="6105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840;p49">
              <a:extLst>
                <a:ext uri="{FF2B5EF4-FFF2-40B4-BE49-F238E27FC236}">
                  <a16:creationId xmlns:a16="http://schemas.microsoft.com/office/drawing/2014/main" id="{E1A12033-D8EF-CE36-9B0B-99247CD63865}"/>
                </a:ext>
              </a:extLst>
            </p:cNvPr>
            <p:cNvSpPr/>
            <p:nvPr/>
          </p:nvSpPr>
          <p:spPr>
            <a:xfrm>
              <a:off x="62709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841;p49">
              <a:extLst>
                <a:ext uri="{FF2B5EF4-FFF2-40B4-BE49-F238E27FC236}">
                  <a16:creationId xmlns:a16="http://schemas.microsoft.com/office/drawing/2014/main" id="{DA6251A1-7415-2D70-C72B-A32056206719}"/>
                </a:ext>
              </a:extLst>
            </p:cNvPr>
            <p:cNvSpPr/>
            <p:nvPr/>
          </p:nvSpPr>
          <p:spPr>
            <a:xfrm>
              <a:off x="65451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842;p49">
              <a:extLst>
                <a:ext uri="{FF2B5EF4-FFF2-40B4-BE49-F238E27FC236}">
                  <a16:creationId xmlns:a16="http://schemas.microsoft.com/office/drawing/2014/main" id="{6FFD7CF4-09FF-2FA1-2C0A-A4B9D7437283}"/>
                </a:ext>
              </a:extLst>
            </p:cNvPr>
            <p:cNvSpPr/>
            <p:nvPr/>
          </p:nvSpPr>
          <p:spPr>
            <a:xfrm>
              <a:off x="68193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843;p49">
              <a:extLst>
                <a:ext uri="{FF2B5EF4-FFF2-40B4-BE49-F238E27FC236}">
                  <a16:creationId xmlns:a16="http://schemas.microsoft.com/office/drawing/2014/main" id="{41255A24-4738-6B5E-CD65-0D3B275D8E18}"/>
                </a:ext>
              </a:extLst>
            </p:cNvPr>
            <p:cNvSpPr/>
            <p:nvPr/>
          </p:nvSpPr>
          <p:spPr>
            <a:xfrm>
              <a:off x="70935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844;p49">
              <a:extLst>
                <a:ext uri="{FF2B5EF4-FFF2-40B4-BE49-F238E27FC236}">
                  <a16:creationId xmlns:a16="http://schemas.microsoft.com/office/drawing/2014/main" id="{7ADCCFBB-1E04-C4FB-D161-09F463BC80AF}"/>
                </a:ext>
              </a:extLst>
            </p:cNvPr>
            <p:cNvSpPr/>
            <p:nvPr/>
          </p:nvSpPr>
          <p:spPr>
            <a:xfrm>
              <a:off x="73677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845;p49">
              <a:extLst>
                <a:ext uri="{FF2B5EF4-FFF2-40B4-BE49-F238E27FC236}">
                  <a16:creationId xmlns:a16="http://schemas.microsoft.com/office/drawing/2014/main" id="{2950EBDF-A43E-751C-89E9-EF2EC30B69C6}"/>
                </a:ext>
              </a:extLst>
            </p:cNvPr>
            <p:cNvSpPr/>
            <p:nvPr/>
          </p:nvSpPr>
          <p:spPr>
            <a:xfrm>
              <a:off x="76419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846;p49">
              <a:extLst>
                <a:ext uri="{FF2B5EF4-FFF2-40B4-BE49-F238E27FC236}">
                  <a16:creationId xmlns:a16="http://schemas.microsoft.com/office/drawing/2014/main" id="{8342FBEE-3B04-FD90-A5F3-A5EFC3258BDD}"/>
                </a:ext>
              </a:extLst>
            </p:cNvPr>
            <p:cNvSpPr/>
            <p:nvPr/>
          </p:nvSpPr>
          <p:spPr>
            <a:xfrm>
              <a:off x="7916125" y="610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847;p49">
              <a:extLst>
                <a:ext uri="{FF2B5EF4-FFF2-40B4-BE49-F238E27FC236}">
                  <a16:creationId xmlns:a16="http://schemas.microsoft.com/office/drawing/2014/main" id="{25C8E49A-5A19-05E9-A9DD-CF2B4857161E}"/>
                </a:ext>
              </a:extLst>
            </p:cNvPr>
            <p:cNvSpPr/>
            <p:nvPr/>
          </p:nvSpPr>
          <p:spPr>
            <a:xfrm>
              <a:off x="5448325" y="8847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848;p49">
              <a:extLst>
                <a:ext uri="{FF2B5EF4-FFF2-40B4-BE49-F238E27FC236}">
                  <a16:creationId xmlns:a16="http://schemas.microsoft.com/office/drawing/2014/main" id="{827912E5-6C3D-0579-E95F-B3C0FEECFCAD}"/>
                </a:ext>
              </a:extLst>
            </p:cNvPr>
            <p:cNvSpPr/>
            <p:nvPr/>
          </p:nvSpPr>
          <p:spPr>
            <a:xfrm>
              <a:off x="5722525" y="8847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849;p49">
              <a:extLst>
                <a:ext uri="{FF2B5EF4-FFF2-40B4-BE49-F238E27FC236}">
                  <a16:creationId xmlns:a16="http://schemas.microsoft.com/office/drawing/2014/main" id="{46692B8B-606F-8D69-B6D9-EB72012F51F1}"/>
                </a:ext>
              </a:extLst>
            </p:cNvPr>
            <p:cNvSpPr/>
            <p:nvPr/>
          </p:nvSpPr>
          <p:spPr>
            <a:xfrm>
              <a:off x="5996725" y="8847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850;p49">
              <a:extLst>
                <a:ext uri="{FF2B5EF4-FFF2-40B4-BE49-F238E27FC236}">
                  <a16:creationId xmlns:a16="http://schemas.microsoft.com/office/drawing/2014/main" id="{5CE47F77-C5AB-5B24-A40E-095834D4AFC5}"/>
                </a:ext>
              </a:extLst>
            </p:cNvPr>
            <p:cNvSpPr/>
            <p:nvPr/>
          </p:nvSpPr>
          <p:spPr>
            <a:xfrm>
              <a:off x="62709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851;p49">
              <a:extLst>
                <a:ext uri="{FF2B5EF4-FFF2-40B4-BE49-F238E27FC236}">
                  <a16:creationId xmlns:a16="http://schemas.microsoft.com/office/drawing/2014/main" id="{462DFC73-D0B5-6312-FC42-BABD6FA95535}"/>
                </a:ext>
              </a:extLst>
            </p:cNvPr>
            <p:cNvSpPr/>
            <p:nvPr/>
          </p:nvSpPr>
          <p:spPr>
            <a:xfrm>
              <a:off x="65451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852;p49">
              <a:extLst>
                <a:ext uri="{FF2B5EF4-FFF2-40B4-BE49-F238E27FC236}">
                  <a16:creationId xmlns:a16="http://schemas.microsoft.com/office/drawing/2014/main" id="{3A231030-7FEC-D292-1A30-EA0292061B59}"/>
                </a:ext>
              </a:extLst>
            </p:cNvPr>
            <p:cNvSpPr/>
            <p:nvPr/>
          </p:nvSpPr>
          <p:spPr>
            <a:xfrm>
              <a:off x="68193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853;p49">
              <a:extLst>
                <a:ext uri="{FF2B5EF4-FFF2-40B4-BE49-F238E27FC236}">
                  <a16:creationId xmlns:a16="http://schemas.microsoft.com/office/drawing/2014/main" id="{D52099D7-BABA-82E7-A082-0323C46B3E9C}"/>
                </a:ext>
              </a:extLst>
            </p:cNvPr>
            <p:cNvSpPr/>
            <p:nvPr/>
          </p:nvSpPr>
          <p:spPr>
            <a:xfrm>
              <a:off x="70935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854;p49">
              <a:extLst>
                <a:ext uri="{FF2B5EF4-FFF2-40B4-BE49-F238E27FC236}">
                  <a16:creationId xmlns:a16="http://schemas.microsoft.com/office/drawing/2014/main" id="{00531BED-2EAE-2C16-5723-998E82A222D8}"/>
                </a:ext>
              </a:extLst>
            </p:cNvPr>
            <p:cNvSpPr/>
            <p:nvPr/>
          </p:nvSpPr>
          <p:spPr>
            <a:xfrm>
              <a:off x="73677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855;p49">
              <a:extLst>
                <a:ext uri="{FF2B5EF4-FFF2-40B4-BE49-F238E27FC236}">
                  <a16:creationId xmlns:a16="http://schemas.microsoft.com/office/drawing/2014/main" id="{2BF7092E-14B8-1898-A8F7-6DDC6BC9939C}"/>
                </a:ext>
              </a:extLst>
            </p:cNvPr>
            <p:cNvSpPr/>
            <p:nvPr/>
          </p:nvSpPr>
          <p:spPr>
            <a:xfrm>
              <a:off x="76419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856;p49">
              <a:extLst>
                <a:ext uri="{FF2B5EF4-FFF2-40B4-BE49-F238E27FC236}">
                  <a16:creationId xmlns:a16="http://schemas.microsoft.com/office/drawing/2014/main" id="{D03BBCEA-F4E3-0E85-1EE0-1499101FD703}"/>
                </a:ext>
              </a:extLst>
            </p:cNvPr>
            <p:cNvSpPr/>
            <p:nvPr/>
          </p:nvSpPr>
          <p:spPr>
            <a:xfrm>
              <a:off x="7916125" y="884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857;p49">
              <a:extLst>
                <a:ext uri="{FF2B5EF4-FFF2-40B4-BE49-F238E27FC236}">
                  <a16:creationId xmlns:a16="http://schemas.microsoft.com/office/drawing/2014/main" id="{FB221872-E8EE-23FD-BACE-C042E98AA199}"/>
                </a:ext>
              </a:extLst>
            </p:cNvPr>
            <p:cNvSpPr/>
            <p:nvPr/>
          </p:nvSpPr>
          <p:spPr>
            <a:xfrm>
              <a:off x="5449025" y="11589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858;p49">
              <a:extLst>
                <a:ext uri="{FF2B5EF4-FFF2-40B4-BE49-F238E27FC236}">
                  <a16:creationId xmlns:a16="http://schemas.microsoft.com/office/drawing/2014/main" id="{C148E022-E6EE-0FE3-062A-08F457E4BF8E}"/>
                </a:ext>
              </a:extLst>
            </p:cNvPr>
            <p:cNvSpPr/>
            <p:nvPr/>
          </p:nvSpPr>
          <p:spPr>
            <a:xfrm>
              <a:off x="5723225" y="11589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859;p49">
              <a:extLst>
                <a:ext uri="{FF2B5EF4-FFF2-40B4-BE49-F238E27FC236}">
                  <a16:creationId xmlns:a16="http://schemas.microsoft.com/office/drawing/2014/main" id="{ECFC25DC-D08B-5E64-7A2A-8C921FCC9E68}"/>
                </a:ext>
              </a:extLst>
            </p:cNvPr>
            <p:cNvSpPr/>
            <p:nvPr/>
          </p:nvSpPr>
          <p:spPr>
            <a:xfrm>
              <a:off x="5997425" y="1158950"/>
              <a:ext cx="274200" cy="274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860;p49">
              <a:extLst>
                <a:ext uri="{FF2B5EF4-FFF2-40B4-BE49-F238E27FC236}">
                  <a16:creationId xmlns:a16="http://schemas.microsoft.com/office/drawing/2014/main" id="{65ECC65C-2FB5-5942-508B-DE2C7EDA4F86}"/>
                </a:ext>
              </a:extLst>
            </p:cNvPr>
            <p:cNvSpPr/>
            <p:nvPr/>
          </p:nvSpPr>
          <p:spPr>
            <a:xfrm>
              <a:off x="62716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861;p49">
              <a:extLst>
                <a:ext uri="{FF2B5EF4-FFF2-40B4-BE49-F238E27FC236}">
                  <a16:creationId xmlns:a16="http://schemas.microsoft.com/office/drawing/2014/main" id="{CDC9B9D4-DD7E-AAD3-E853-1152A6AB3551}"/>
                </a:ext>
              </a:extLst>
            </p:cNvPr>
            <p:cNvSpPr/>
            <p:nvPr/>
          </p:nvSpPr>
          <p:spPr>
            <a:xfrm>
              <a:off x="65458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862;p49">
              <a:extLst>
                <a:ext uri="{FF2B5EF4-FFF2-40B4-BE49-F238E27FC236}">
                  <a16:creationId xmlns:a16="http://schemas.microsoft.com/office/drawing/2014/main" id="{4EC2EE79-F6E2-47F0-BAD8-3291F6AB555C}"/>
                </a:ext>
              </a:extLst>
            </p:cNvPr>
            <p:cNvSpPr/>
            <p:nvPr/>
          </p:nvSpPr>
          <p:spPr>
            <a:xfrm>
              <a:off x="68200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863;p49">
              <a:extLst>
                <a:ext uri="{FF2B5EF4-FFF2-40B4-BE49-F238E27FC236}">
                  <a16:creationId xmlns:a16="http://schemas.microsoft.com/office/drawing/2014/main" id="{D2928FC2-ABF9-FB24-E339-7139733D14B0}"/>
                </a:ext>
              </a:extLst>
            </p:cNvPr>
            <p:cNvSpPr/>
            <p:nvPr/>
          </p:nvSpPr>
          <p:spPr>
            <a:xfrm>
              <a:off x="70942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2864;p49">
              <a:extLst>
                <a:ext uri="{FF2B5EF4-FFF2-40B4-BE49-F238E27FC236}">
                  <a16:creationId xmlns:a16="http://schemas.microsoft.com/office/drawing/2014/main" id="{1EF0BAFC-4E2D-FDEF-5668-758594FE2D3A}"/>
                </a:ext>
              </a:extLst>
            </p:cNvPr>
            <p:cNvSpPr/>
            <p:nvPr/>
          </p:nvSpPr>
          <p:spPr>
            <a:xfrm>
              <a:off x="73684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2865;p49">
              <a:extLst>
                <a:ext uri="{FF2B5EF4-FFF2-40B4-BE49-F238E27FC236}">
                  <a16:creationId xmlns:a16="http://schemas.microsoft.com/office/drawing/2014/main" id="{E70B26A3-6BD0-D44F-5FD1-712A910B547B}"/>
                </a:ext>
              </a:extLst>
            </p:cNvPr>
            <p:cNvSpPr/>
            <p:nvPr/>
          </p:nvSpPr>
          <p:spPr>
            <a:xfrm>
              <a:off x="76426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866;p49">
              <a:extLst>
                <a:ext uri="{FF2B5EF4-FFF2-40B4-BE49-F238E27FC236}">
                  <a16:creationId xmlns:a16="http://schemas.microsoft.com/office/drawing/2014/main" id="{ECA06688-6E30-2EBB-99DD-5BFCDD32C668}"/>
                </a:ext>
              </a:extLst>
            </p:cNvPr>
            <p:cNvSpPr/>
            <p:nvPr/>
          </p:nvSpPr>
          <p:spPr>
            <a:xfrm>
              <a:off x="7916825" y="1158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2867;p49">
              <a:extLst>
                <a:ext uri="{FF2B5EF4-FFF2-40B4-BE49-F238E27FC236}">
                  <a16:creationId xmlns:a16="http://schemas.microsoft.com/office/drawing/2014/main" id="{21FCB70B-7A5E-8438-2521-1CD4D6881F15}"/>
                </a:ext>
              </a:extLst>
            </p:cNvPr>
            <p:cNvSpPr/>
            <p:nvPr/>
          </p:nvSpPr>
          <p:spPr>
            <a:xfrm>
              <a:off x="54490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868;p49">
              <a:extLst>
                <a:ext uri="{FF2B5EF4-FFF2-40B4-BE49-F238E27FC236}">
                  <a16:creationId xmlns:a16="http://schemas.microsoft.com/office/drawing/2014/main" id="{F0E0DB1D-7D32-8943-52DD-03ECB6CB52D2}"/>
                </a:ext>
              </a:extLst>
            </p:cNvPr>
            <p:cNvSpPr/>
            <p:nvPr/>
          </p:nvSpPr>
          <p:spPr>
            <a:xfrm>
              <a:off x="57232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869;p49">
              <a:extLst>
                <a:ext uri="{FF2B5EF4-FFF2-40B4-BE49-F238E27FC236}">
                  <a16:creationId xmlns:a16="http://schemas.microsoft.com/office/drawing/2014/main" id="{D23CD0F2-1A8D-6EBF-CFF0-35AC110706A7}"/>
                </a:ext>
              </a:extLst>
            </p:cNvPr>
            <p:cNvSpPr/>
            <p:nvPr/>
          </p:nvSpPr>
          <p:spPr>
            <a:xfrm>
              <a:off x="59974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870;p49">
              <a:extLst>
                <a:ext uri="{FF2B5EF4-FFF2-40B4-BE49-F238E27FC236}">
                  <a16:creationId xmlns:a16="http://schemas.microsoft.com/office/drawing/2014/main" id="{E90C231D-F314-2B5C-E546-ED86E06ACC99}"/>
                </a:ext>
              </a:extLst>
            </p:cNvPr>
            <p:cNvSpPr/>
            <p:nvPr/>
          </p:nvSpPr>
          <p:spPr>
            <a:xfrm>
              <a:off x="62716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871;p49">
              <a:extLst>
                <a:ext uri="{FF2B5EF4-FFF2-40B4-BE49-F238E27FC236}">
                  <a16:creationId xmlns:a16="http://schemas.microsoft.com/office/drawing/2014/main" id="{9E7ADDB8-914B-26E6-F5F1-45B9BAC593ED}"/>
                </a:ext>
              </a:extLst>
            </p:cNvPr>
            <p:cNvSpPr/>
            <p:nvPr/>
          </p:nvSpPr>
          <p:spPr>
            <a:xfrm>
              <a:off x="65458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872;p49">
              <a:extLst>
                <a:ext uri="{FF2B5EF4-FFF2-40B4-BE49-F238E27FC236}">
                  <a16:creationId xmlns:a16="http://schemas.microsoft.com/office/drawing/2014/main" id="{405704AC-1D0C-36F2-00E6-9EFD91712CFF}"/>
                </a:ext>
              </a:extLst>
            </p:cNvPr>
            <p:cNvSpPr/>
            <p:nvPr/>
          </p:nvSpPr>
          <p:spPr>
            <a:xfrm>
              <a:off x="68200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2873;p49">
              <a:extLst>
                <a:ext uri="{FF2B5EF4-FFF2-40B4-BE49-F238E27FC236}">
                  <a16:creationId xmlns:a16="http://schemas.microsoft.com/office/drawing/2014/main" id="{0C537744-E192-3E75-B8DC-AB193D6082D1}"/>
                </a:ext>
              </a:extLst>
            </p:cNvPr>
            <p:cNvSpPr/>
            <p:nvPr/>
          </p:nvSpPr>
          <p:spPr>
            <a:xfrm>
              <a:off x="70942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2874;p49">
              <a:extLst>
                <a:ext uri="{FF2B5EF4-FFF2-40B4-BE49-F238E27FC236}">
                  <a16:creationId xmlns:a16="http://schemas.microsoft.com/office/drawing/2014/main" id="{446047FE-6483-6D1B-7B86-23F21BA0DDA0}"/>
                </a:ext>
              </a:extLst>
            </p:cNvPr>
            <p:cNvSpPr/>
            <p:nvPr/>
          </p:nvSpPr>
          <p:spPr>
            <a:xfrm>
              <a:off x="73684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2875;p49">
              <a:extLst>
                <a:ext uri="{FF2B5EF4-FFF2-40B4-BE49-F238E27FC236}">
                  <a16:creationId xmlns:a16="http://schemas.microsoft.com/office/drawing/2014/main" id="{6CE83858-87C8-562E-CA87-BAA24AD781D6}"/>
                </a:ext>
              </a:extLst>
            </p:cNvPr>
            <p:cNvSpPr/>
            <p:nvPr/>
          </p:nvSpPr>
          <p:spPr>
            <a:xfrm>
              <a:off x="76426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2876;p49">
              <a:extLst>
                <a:ext uri="{FF2B5EF4-FFF2-40B4-BE49-F238E27FC236}">
                  <a16:creationId xmlns:a16="http://schemas.microsoft.com/office/drawing/2014/main" id="{7EA09F4C-292D-957E-D859-B7386BCD8FEB}"/>
                </a:ext>
              </a:extLst>
            </p:cNvPr>
            <p:cNvSpPr/>
            <p:nvPr/>
          </p:nvSpPr>
          <p:spPr>
            <a:xfrm>
              <a:off x="7916825" y="1433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2877;p49">
              <a:extLst>
                <a:ext uri="{FF2B5EF4-FFF2-40B4-BE49-F238E27FC236}">
                  <a16:creationId xmlns:a16="http://schemas.microsoft.com/office/drawing/2014/main" id="{C95816A6-87A4-239A-61AF-64178420771F}"/>
                </a:ext>
              </a:extLst>
            </p:cNvPr>
            <p:cNvSpPr/>
            <p:nvPr/>
          </p:nvSpPr>
          <p:spPr>
            <a:xfrm>
              <a:off x="54490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2878;p49">
              <a:extLst>
                <a:ext uri="{FF2B5EF4-FFF2-40B4-BE49-F238E27FC236}">
                  <a16:creationId xmlns:a16="http://schemas.microsoft.com/office/drawing/2014/main" id="{C21F909B-EDCE-CB92-F07C-260CB33651B5}"/>
                </a:ext>
              </a:extLst>
            </p:cNvPr>
            <p:cNvSpPr/>
            <p:nvPr/>
          </p:nvSpPr>
          <p:spPr>
            <a:xfrm>
              <a:off x="57232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2879;p49">
              <a:extLst>
                <a:ext uri="{FF2B5EF4-FFF2-40B4-BE49-F238E27FC236}">
                  <a16:creationId xmlns:a16="http://schemas.microsoft.com/office/drawing/2014/main" id="{75D15E5E-9821-BBC4-8B37-7266822AB437}"/>
                </a:ext>
              </a:extLst>
            </p:cNvPr>
            <p:cNvSpPr/>
            <p:nvPr/>
          </p:nvSpPr>
          <p:spPr>
            <a:xfrm>
              <a:off x="59974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2880;p49">
              <a:extLst>
                <a:ext uri="{FF2B5EF4-FFF2-40B4-BE49-F238E27FC236}">
                  <a16:creationId xmlns:a16="http://schemas.microsoft.com/office/drawing/2014/main" id="{FD16E7F2-D3B5-F5EC-3E6A-F272CAF50196}"/>
                </a:ext>
              </a:extLst>
            </p:cNvPr>
            <p:cNvSpPr/>
            <p:nvPr/>
          </p:nvSpPr>
          <p:spPr>
            <a:xfrm>
              <a:off x="62716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2881;p49">
              <a:extLst>
                <a:ext uri="{FF2B5EF4-FFF2-40B4-BE49-F238E27FC236}">
                  <a16:creationId xmlns:a16="http://schemas.microsoft.com/office/drawing/2014/main" id="{1F88E15E-58F9-E449-3A55-8099D5F8ACA2}"/>
                </a:ext>
              </a:extLst>
            </p:cNvPr>
            <p:cNvSpPr/>
            <p:nvPr/>
          </p:nvSpPr>
          <p:spPr>
            <a:xfrm>
              <a:off x="65458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2882;p49">
              <a:extLst>
                <a:ext uri="{FF2B5EF4-FFF2-40B4-BE49-F238E27FC236}">
                  <a16:creationId xmlns:a16="http://schemas.microsoft.com/office/drawing/2014/main" id="{BC215FFB-60EF-29AC-8185-E3DAF2CD719D}"/>
                </a:ext>
              </a:extLst>
            </p:cNvPr>
            <p:cNvSpPr/>
            <p:nvPr/>
          </p:nvSpPr>
          <p:spPr>
            <a:xfrm>
              <a:off x="68200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2883;p49">
              <a:extLst>
                <a:ext uri="{FF2B5EF4-FFF2-40B4-BE49-F238E27FC236}">
                  <a16:creationId xmlns:a16="http://schemas.microsoft.com/office/drawing/2014/main" id="{81094210-FFA6-E9B2-89FD-FE90A4960C5D}"/>
                </a:ext>
              </a:extLst>
            </p:cNvPr>
            <p:cNvSpPr/>
            <p:nvPr/>
          </p:nvSpPr>
          <p:spPr>
            <a:xfrm>
              <a:off x="70942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2884;p49">
              <a:extLst>
                <a:ext uri="{FF2B5EF4-FFF2-40B4-BE49-F238E27FC236}">
                  <a16:creationId xmlns:a16="http://schemas.microsoft.com/office/drawing/2014/main" id="{34CB6656-5F6C-7803-1859-1BD38C8CA097}"/>
                </a:ext>
              </a:extLst>
            </p:cNvPr>
            <p:cNvSpPr/>
            <p:nvPr/>
          </p:nvSpPr>
          <p:spPr>
            <a:xfrm>
              <a:off x="73684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2885;p49">
              <a:extLst>
                <a:ext uri="{FF2B5EF4-FFF2-40B4-BE49-F238E27FC236}">
                  <a16:creationId xmlns:a16="http://schemas.microsoft.com/office/drawing/2014/main" id="{C8BD991B-0DFA-D9CB-0504-7973C8E4DE4A}"/>
                </a:ext>
              </a:extLst>
            </p:cNvPr>
            <p:cNvSpPr/>
            <p:nvPr/>
          </p:nvSpPr>
          <p:spPr>
            <a:xfrm>
              <a:off x="76426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2886;p49">
              <a:extLst>
                <a:ext uri="{FF2B5EF4-FFF2-40B4-BE49-F238E27FC236}">
                  <a16:creationId xmlns:a16="http://schemas.microsoft.com/office/drawing/2014/main" id="{E9319265-A67C-86E9-F690-D0838387B408}"/>
                </a:ext>
              </a:extLst>
            </p:cNvPr>
            <p:cNvSpPr/>
            <p:nvPr/>
          </p:nvSpPr>
          <p:spPr>
            <a:xfrm>
              <a:off x="7916825" y="1707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2887;p49">
              <a:extLst>
                <a:ext uri="{FF2B5EF4-FFF2-40B4-BE49-F238E27FC236}">
                  <a16:creationId xmlns:a16="http://schemas.microsoft.com/office/drawing/2014/main" id="{B6A29BFD-4B1D-04CF-40C3-E511DD8A012B}"/>
                </a:ext>
              </a:extLst>
            </p:cNvPr>
            <p:cNvSpPr/>
            <p:nvPr/>
          </p:nvSpPr>
          <p:spPr>
            <a:xfrm>
              <a:off x="54483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2888;p49">
              <a:extLst>
                <a:ext uri="{FF2B5EF4-FFF2-40B4-BE49-F238E27FC236}">
                  <a16:creationId xmlns:a16="http://schemas.microsoft.com/office/drawing/2014/main" id="{5F1F7984-05D3-0395-5095-71E33288323C}"/>
                </a:ext>
              </a:extLst>
            </p:cNvPr>
            <p:cNvSpPr/>
            <p:nvPr/>
          </p:nvSpPr>
          <p:spPr>
            <a:xfrm>
              <a:off x="57225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2889;p49">
              <a:extLst>
                <a:ext uri="{FF2B5EF4-FFF2-40B4-BE49-F238E27FC236}">
                  <a16:creationId xmlns:a16="http://schemas.microsoft.com/office/drawing/2014/main" id="{450A837B-D1E0-4EB5-60AB-086B3C91AE67}"/>
                </a:ext>
              </a:extLst>
            </p:cNvPr>
            <p:cNvSpPr/>
            <p:nvPr/>
          </p:nvSpPr>
          <p:spPr>
            <a:xfrm>
              <a:off x="59967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2890;p49">
              <a:extLst>
                <a:ext uri="{FF2B5EF4-FFF2-40B4-BE49-F238E27FC236}">
                  <a16:creationId xmlns:a16="http://schemas.microsoft.com/office/drawing/2014/main" id="{C31B438A-E504-9981-A445-D3BBEF4CEAA9}"/>
                </a:ext>
              </a:extLst>
            </p:cNvPr>
            <p:cNvSpPr/>
            <p:nvPr/>
          </p:nvSpPr>
          <p:spPr>
            <a:xfrm>
              <a:off x="62709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2891;p49">
              <a:extLst>
                <a:ext uri="{FF2B5EF4-FFF2-40B4-BE49-F238E27FC236}">
                  <a16:creationId xmlns:a16="http://schemas.microsoft.com/office/drawing/2014/main" id="{735B9757-4435-1249-B472-3867A244FE07}"/>
                </a:ext>
              </a:extLst>
            </p:cNvPr>
            <p:cNvSpPr/>
            <p:nvPr/>
          </p:nvSpPr>
          <p:spPr>
            <a:xfrm>
              <a:off x="65451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2892;p49">
              <a:extLst>
                <a:ext uri="{FF2B5EF4-FFF2-40B4-BE49-F238E27FC236}">
                  <a16:creationId xmlns:a16="http://schemas.microsoft.com/office/drawing/2014/main" id="{9D2753A1-9290-32B9-B0A3-D346F3D2243C}"/>
                </a:ext>
              </a:extLst>
            </p:cNvPr>
            <p:cNvSpPr/>
            <p:nvPr/>
          </p:nvSpPr>
          <p:spPr>
            <a:xfrm>
              <a:off x="68193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893;p49">
              <a:extLst>
                <a:ext uri="{FF2B5EF4-FFF2-40B4-BE49-F238E27FC236}">
                  <a16:creationId xmlns:a16="http://schemas.microsoft.com/office/drawing/2014/main" id="{0853884B-04B2-6791-86A6-866A70919F5C}"/>
                </a:ext>
              </a:extLst>
            </p:cNvPr>
            <p:cNvSpPr/>
            <p:nvPr/>
          </p:nvSpPr>
          <p:spPr>
            <a:xfrm>
              <a:off x="70935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894;p49">
              <a:extLst>
                <a:ext uri="{FF2B5EF4-FFF2-40B4-BE49-F238E27FC236}">
                  <a16:creationId xmlns:a16="http://schemas.microsoft.com/office/drawing/2014/main" id="{85D5961F-0B69-1E5F-6E38-05F090FC328C}"/>
                </a:ext>
              </a:extLst>
            </p:cNvPr>
            <p:cNvSpPr/>
            <p:nvPr/>
          </p:nvSpPr>
          <p:spPr>
            <a:xfrm>
              <a:off x="73677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895;p49">
              <a:extLst>
                <a:ext uri="{FF2B5EF4-FFF2-40B4-BE49-F238E27FC236}">
                  <a16:creationId xmlns:a16="http://schemas.microsoft.com/office/drawing/2014/main" id="{3F7B2A21-3791-403D-BE26-2EB38E0B4337}"/>
                </a:ext>
              </a:extLst>
            </p:cNvPr>
            <p:cNvSpPr/>
            <p:nvPr/>
          </p:nvSpPr>
          <p:spPr>
            <a:xfrm>
              <a:off x="76419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896;p49">
              <a:extLst>
                <a:ext uri="{FF2B5EF4-FFF2-40B4-BE49-F238E27FC236}">
                  <a16:creationId xmlns:a16="http://schemas.microsoft.com/office/drawing/2014/main" id="{F72A9F14-9FC3-95D9-8E3C-019521F3F061}"/>
                </a:ext>
              </a:extLst>
            </p:cNvPr>
            <p:cNvSpPr/>
            <p:nvPr/>
          </p:nvSpPr>
          <p:spPr>
            <a:xfrm>
              <a:off x="7916125" y="19815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897;p49">
              <a:extLst>
                <a:ext uri="{FF2B5EF4-FFF2-40B4-BE49-F238E27FC236}">
                  <a16:creationId xmlns:a16="http://schemas.microsoft.com/office/drawing/2014/main" id="{9881E19F-AB40-4916-7FC8-299EC5BAD4B4}"/>
                </a:ext>
              </a:extLst>
            </p:cNvPr>
            <p:cNvSpPr/>
            <p:nvPr/>
          </p:nvSpPr>
          <p:spPr>
            <a:xfrm>
              <a:off x="54483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898;p49">
              <a:extLst>
                <a:ext uri="{FF2B5EF4-FFF2-40B4-BE49-F238E27FC236}">
                  <a16:creationId xmlns:a16="http://schemas.microsoft.com/office/drawing/2014/main" id="{2D434548-34B8-A00D-5E4E-592394F6B1A5}"/>
                </a:ext>
              </a:extLst>
            </p:cNvPr>
            <p:cNvSpPr/>
            <p:nvPr/>
          </p:nvSpPr>
          <p:spPr>
            <a:xfrm>
              <a:off x="57225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899;p49">
              <a:extLst>
                <a:ext uri="{FF2B5EF4-FFF2-40B4-BE49-F238E27FC236}">
                  <a16:creationId xmlns:a16="http://schemas.microsoft.com/office/drawing/2014/main" id="{18DD45F1-C256-8668-4220-3F189560B8CE}"/>
                </a:ext>
              </a:extLst>
            </p:cNvPr>
            <p:cNvSpPr/>
            <p:nvPr/>
          </p:nvSpPr>
          <p:spPr>
            <a:xfrm>
              <a:off x="59967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900;p49">
              <a:extLst>
                <a:ext uri="{FF2B5EF4-FFF2-40B4-BE49-F238E27FC236}">
                  <a16:creationId xmlns:a16="http://schemas.microsoft.com/office/drawing/2014/main" id="{159FA5E6-F428-38F0-BF24-F9CDAFA04555}"/>
                </a:ext>
              </a:extLst>
            </p:cNvPr>
            <p:cNvSpPr/>
            <p:nvPr/>
          </p:nvSpPr>
          <p:spPr>
            <a:xfrm>
              <a:off x="62709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901;p49">
              <a:extLst>
                <a:ext uri="{FF2B5EF4-FFF2-40B4-BE49-F238E27FC236}">
                  <a16:creationId xmlns:a16="http://schemas.microsoft.com/office/drawing/2014/main" id="{BAE1D07A-0D35-29EC-AEA8-307906F07DB0}"/>
                </a:ext>
              </a:extLst>
            </p:cNvPr>
            <p:cNvSpPr/>
            <p:nvPr/>
          </p:nvSpPr>
          <p:spPr>
            <a:xfrm>
              <a:off x="65451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902;p49">
              <a:extLst>
                <a:ext uri="{FF2B5EF4-FFF2-40B4-BE49-F238E27FC236}">
                  <a16:creationId xmlns:a16="http://schemas.microsoft.com/office/drawing/2014/main" id="{B2809535-A14F-BB02-767E-2076A3A91344}"/>
                </a:ext>
              </a:extLst>
            </p:cNvPr>
            <p:cNvSpPr/>
            <p:nvPr/>
          </p:nvSpPr>
          <p:spPr>
            <a:xfrm>
              <a:off x="68193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903;p49">
              <a:extLst>
                <a:ext uri="{FF2B5EF4-FFF2-40B4-BE49-F238E27FC236}">
                  <a16:creationId xmlns:a16="http://schemas.microsoft.com/office/drawing/2014/main" id="{42BC4451-650B-5C08-9B10-729AF94A7455}"/>
                </a:ext>
              </a:extLst>
            </p:cNvPr>
            <p:cNvSpPr/>
            <p:nvPr/>
          </p:nvSpPr>
          <p:spPr>
            <a:xfrm>
              <a:off x="70935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904;p49">
              <a:extLst>
                <a:ext uri="{FF2B5EF4-FFF2-40B4-BE49-F238E27FC236}">
                  <a16:creationId xmlns:a16="http://schemas.microsoft.com/office/drawing/2014/main" id="{7B45B450-BD07-2ABB-54F1-4F13791191F5}"/>
                </a:ext>
              </a:extLst>
            </p:cNvPr>
            <p:cNvSpPr/>
            <p:nvPr/>
          </p:nvSpPr>
          <p:spPr>
            <a:xfrm>
              <a:off x="73677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905;p49">
              <a:extLst>
                <a:ext uri="{FF2B5EF4-FFF2-40B4-BE49-F238E27FC236}">
                  <a16:creationId xmlns:a16="http://schemas.microsoft.com/office/drawing/2014/main" id="{E2F83839-01C0-4AE2-6129-065CB03D4D0B}"/>
                </a:ext>
              </a:extLst>
            </p:cNvPr>
            <p:cNvSpPr/>
            <p:nvPr/>
          </p:nvSpPr>
          <p:spPr>
            <a:xfrm>
              <a:off x="76419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906;p49">
              <a:extLst>
                <a:ext uri="{FF2B5EF4-FFF2-40B4-BE49-F238E27FC236}">
                  <a16:creationId xmlns:a16="http://schemas.microsoft.com/office/drawing/2014/main" id="{562BB104-5D91-B38A-3DEC-1F7DA0334E3C}"/>
                </a:ext>
              </a:extLst>
            </p:cNvPr>
            <p:cNvSpPr/>
            <p:nvPr/>
          </p:nvSpPr>
          <p:spPr>
            <a:xfrm>
              <a:off x="7916125" y="22557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907;p49">
              <a:extLst>
                <a:ext uri="{FF2B5EF4-FFF2-40B4-BE49-F238E27FC236}">
                  <a16:creationId xmlns:a16="http://schemas.microsoft.com/office/drawing/2014/main" id="{FFF20825-661B-35B0-569B-931E7A80125D}"/>
                </a:ext>
              </a:extLst>
            </p:cNvPr>
            <p:cNvSpPr/>
            <p:nvPr/>
          </p:nvSpPr>
          <p:spPr>
            <a:xfrm>
              <a:off x="54490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908;p49">
              <a:extLst>
                <a:ext uri="{FF2B5EF4-FFF2-40B4-BE49-F238E27FC236}">
                  <a16:creationId xmlns:a16="http://schemas.microsoft.com/office/drawing/2014/main" id="{DC918529-D380-608E-B2E9-0996A057ECB3}"/>
                </a:ext>
              </a:extLst>
            </p:cNvPr>
            <p:cNvSpPr/>
            <p:nvPr/>
          </p:nvSpPr>
          <p:spPr>
            <a:xfrm>
              <a:off x="57232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909;p49">
              <a:extLst>
                <a:ext uri="{FF2B5EF4-FFF2-40B4-BE49-F238E27FC236}">
                  <a16:creationId xmlns:a16="http://schemas.microsoft.com/office/drawing/2014/main" id="{5FC8983F-FD75-04B4-5C02-9FEEFECB5AD8}"/>
                </a:ext>
              </a:extLst>
            </p:cNvPr>
            <p:cNvSpPr/>
            <p:nvPr/>
          </p:nvSpPr>
          <p:spPr>
            <a:xfrm>
              <a:off x="59974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910;p49">
              <a:extLst>
                <a:ext uri="{FF2B5EF4-FFF2-40B4-BE49-F238E27FC236}">
                  <a16:creationId xmlns:a16="http://schemas.microsoft.com/office/drawing/2014/main" id="{4334D3BD-7915-BD07-453B-063A9D0D47CC}"/>
                </a:ext>
              </a:extLst>
            </p:cNvPr>
            <p:cNvSpPr/>
            <p:nvPr/>
          </p:nvSpPr>
          <p:spPr>
            <a:xfrm>
              <a:off x="62716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911;p49">
              <a:extLst>
                <a:ext uri="{FF2B5EF4-FFF2-40B4-BE49-F238E27FC236}">
                  <a16:creationId xmlns:a16="http://schemas.microsoft.com/office/drawing/2014/main" id="{806F134C-5979-B416-67D2-153F523CD8ED}"/>
                </a:ext>
              </a:extLst>
            </p:cNvPr>
            <p:cNvSpPr/>
            <p:nvPr/>
          </p:nvSpPr>
          <p:spPr>
            <a:xfrm>
              <a:off x="65458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2912;p49">
              <a:extLst>
                <a:ext uri="{FF2B5EF4-FFF2-40B4-BE49-F238E27FC236}">
                  <a16:creationId xmlns:a16="http://schemas.microsoft.com/office/drawing/2014/main" id="{42C5AE92-CB88-BDBE-8A3A-FA4F3FC39F28}"/>
                </a:ext>
              </a:extLst>
            </p:cNvPr>
            <p:cNvSpPr/>
            <p:nvPr/>
          </p:nvSpPr>
          <p:spPr>
            <a:xfrm>
              <a:off x="68200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2913;p49">
              <a:extLst>
                <a:ext uri="{FF2B5EF4-FFF2-40B4-BE49-F238E27FC236}">
                  <a16:creationId xmlns:a16="http://schemas.microsoft.com/office/drawing/2014/main" id="{4AC50E60-2CF8-620D-C629-B2979DC32D8A}"/>
                </a:ext>
              </a:extLst>
            </p:cNvPr>
            <p:cNvSpPr/>
            <p:nvPr/>
          </p:nvSpPr>
          <p:spPr>
            <a:xfrm>
              <a:off x="70942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2914;p49">
              <a:extLst>
                <a:ext uri="{FF2B5EF4-FFF2-40B4-BE49-F238E27FC236}">
                  <a16:creationId xmlns:a16="http://schemas.microsoft.com/office/drawing/2014/main" id="{A4474026-B56E-138A-51CE-E70CAD1BDA1D}"/>
                </a:ext>
              </a:extLst>
            </p:cNvPr>
            <p:cNvSpPr/>
            <p:nvPr/>
          </p:nvSpPr>
          <p:spPr>
            <a:xfrm>
              <a:off x="73684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2915;p49">
              <a:extLst>
                <a:ext uri="{FF2B5EF4-FFF2-40B4-BE49-F238E27FC236}">
                  <a16:creationId xmlns:a16="http://schemas.microsoft.com/office/drawing/2014/main" id="{39BBACFC-75F8-FDF2-B260-8AB2D9A6E3FD}"/>
                </a:ext>
              </a:extLst>
            </p:cNvPr>
            <p:cNvSpPr/>
            <p:nvPr/>
          </p:nvSpPr>
          <p:spPr>
            <a:xfrm>
              <a:off x="76426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2916;p49">
              <a:extLst>
                <a:ext uri="{FF2B5EF4-FFF2-40B4-BE49-F238E27FC236}">
                  <a16:creationId xmlns:a16="http://schemas.microsoft.com/office/drawing/2014/main" id="{786B4DE2-102D-DA9D-6BDF-4E7DF8113DBC}"/>
                </a:ext>
              </a:extLst>
            </p:cNvPr>
            <p:cNvSpPr/>
            <p:nvPr/>
          </p:nvSpPr>
          <p:spPr>
            <a:xfrm>
              <a:off x="7916825" y="25299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2917;p49">
              <a:extLst>
                <a:ext uri="{FF2B5EF4-FFF2-40B4-BE49-F238E27FC236}">
                  <a16:creationId xmlns:a16="http://schemas.microsoft.com/office/drawing/2014/main" id="{B0C12B23-DB2E-C567-ED1B-6514AF8646CD}"/>
                </a:ext>
              </a:extLst>
            </p:cNvPr>
            <p:cNvSpPr/>
            <p:nvPr/>
          </p:nvSpPr>
          <p:spPr>
            <a:xfrm>
              <a:off x="54490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2918;p49">
              <a:extLst>
                <a:ext uri="{FF2B5EF4-FFF2-40B4-BE49-F238E27FC236}">
                  <a16:creationId xmlns:a16="http://schemas.microsoft.com/office/drawing/2014/main" id="{908FDCCC-C076-1331-DA6E-C1F24DA00FCA}"/>
                </a:ext>
              </a:extLst>
            </p:cNvPr>
            <p:cNvSpPr/>
            <p:nvPr/>
          </p:nvSpPr>
          <p:spPr>
            <a:xfrm>
              <a:off x="57232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2919;p49">
              <a:extLst>
                <a:ext uri="{FF2B5EF4-FFF2-40B4-BE49-F238E27FC236}">
                  <a16:creationId xmlns:a16="http://schemas.microsoft.com/office/drawing/2014/main" id="{F6E5D2D4-D863-54AD-BA85-FC807607B854}"/>
                </a:ext>
              </a:extLst>
            </p:cNvPr>
            <p:cNvSpPr/>
            <p:nvPr/>
          </p:nvSpPr>
          <p:spPr>
            <a:xfrm>
              <a:off x="59974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2920;p49">
              <a:extLst>
                <a:ext uri="{FF2B5EF4-FFF2-40B4-BE49-F238E27FC236}">
                  <a16:creationId xmlns:a16="http://schemas.microsoft.com/office/drawing/2014/main" id="{6F3351A6-AF7F-65EA-4169-D21257C51874}"/>
                </a:ext>
              </a:extLst>
            </p:cNvPr>
            <p:cNvSpPr/>
            <p:nvPr/>
          </p:nvSpPr>
          <p:spPr>
            <a:xfrm>
              <a:off x="62716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2921;p49">
              <a:extLst>
                <a:ext uri="{FF2B5EF4-FFF2-40B4-BE49-F238E27FC236}">
                  <a16:creationId xmlns:a16="http://schemas.microsoft.com/office/drawing/2014/main" id="{C4CCF40A-D1EB-9BC1-B5E4-60EA00949686}"/>
                </a:ext>
              </a:extLst>
            </p:cNvPr>
            <p:cNvSpPr/>
            <p:nvPr/>
          </p:nvSpPr>
          <p:spPr>
            <a:xfrm>
              <a:off x="65458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2922;p49">
              <a:extLst>
                <a:ext uri="{FF2B5EF4-FFF2-40B4-BE49-F238E27FC236}">
                  <a16:creationId xmlns:a16="http://schemas.microsoft.com/office/drawing/2014/main" id="{AF8DD496-3B6E-15EE-6E6A-DAC4E489204A}"/>
                </a:ext>
              </a:extLst>
            </p:cNvPr>
            <p:cNvSpPr/>
            <p:nvPr/>
          </p:nvSpPr>
          <p:spPr>
            <a:xfrm>
              <a:off x="68200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2923;p49">
              <a:extLst>
                <a:ext uri="{FF2B5EF4-FFF2-40B4-BE49-F238E27FC236}">
                  <a16:creationId xmlns:a16="http://schemas.microsoft.com/office/drawing/2014/main" id="{9888392F-CDEC-0C63-39D3-51594A2D6DCA}"/>
                </a:ext>
              </a:extLst>
            </p:cNvPr>
            <p:cNvSpPr/>
            <p:nvPr/>
          </p:nvSpPr>
          <p:spPr>
            <a:xfrm>
              <a:off x="70942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2924;p49">
              <a:extLst>
                <a:ext uri="{FF2B5EF4-FFF2-40B4-BE49-F238E27FC236}">
                  <a16:creationId xmlns:a16="http://schemas.microsoft.com/office/drawing/2014/main" id="{BBBB4072-0096-E88E-D2F5-C396BCD1D774}"/>
                </a:ext>
              </a:extLst>
            </p:cNvPr>
            <p:cNvSpPr/>
            <p:nvPr/>
          </p:nvSpPr>
          <p:spPr>
            <a:xfrm>
              <a:off x="73684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2925;p49">
              <a:extLst>
                <a:ext uri="{FF2B5EF4-FFF2-40B4-BE49-F238E27FC236}">
                  <a16:creationId xmlns:a16="http://schemas.microsoft.com/office/drawing/2014/main" id="{DCD7CE05-725F-9383-8025-A70A14158705}"/>
                </a:ext>
              </a:extLst>
            </p:cNvPr>
            <p:cNvSpPr/>
            <p:nvPr/>
          </p:nvSpPr>
          <p:spPr>
            <a:xfrm>
              <a:off x="76426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2926;p49">
              <a:extLst>
                <a:ext uri="{FF2B5EF4-FFF2-40B4-BE49-F238E27FC236}">
                  <a16:creationId xmlns:a16="http://schemas.microsoft.com/office/drawing/2014/main" id="{1E0C1C0A-F238-87B9-FBC4-DFE6837F8787}"/>
                </a:ext>
              </a:extLst>
            </p:cNvPr>
            <p:cNvSpPr/>
            <p:nvPr/>
          </p:nvSpPr>
          <p:spPr>
            <a:xfrm>
              <a:off x="7916825" y="28041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927;p49">
              <a:extLst>
                <a:ext uri="{FF2B5EF4-FFF2-40B4-BE49-F238E27FC236}">
                  <a16:creationId xmlns:a16="http://schemas.microsoft.com/office/drawing/2014/main" id="{42985A56-7E15-16DD-6A6E-DF1BA2539FF9}"/>
                </a:ext>
              </a:extLst>
            </p:cNvPr>
            <p:cNvSpPr/>
            <p:nvPr/>
          </p:nvSpPr>
          <p:spPr>
            <a:xfrm>
              <a:off x="54490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928;p49">
              <a:extLst>
                <a:ext uri="{FF2B5EF4-FFF2-40B4-BE49-F238E27FC236}">
                  <a16:creationId xmlns:a16="http://schemas.microsoft.com/office/drawing/2014/main" id="{168E4D94-4F75-E1CF-30C7-172F7023FCC6}"/>
                </a:ext>
              </a:extLst>
            </p:cNvPr>
            <p:cNvSpPr/>
            <p:nvPr/>
          </p:nvSpPr>
          <p:spPr>
            <a:xfrm>
              <a:off x="57232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929;p49">
              <a:extLst>
                <a:ext uri="{FF2B5EF4-FFF2-40B4-BE49-F238E27FC236}">
                  <a16:creationId xmlns:a16="http://schemas.microsoft.com/office/drawing/2014/main" id="{71A7F19E-8092-23B9-05A5-0619DC879008}"/>
                </a:ext>
              </a:extLst>
            </p:cNvPr>
            <p:cNvSpPr/>
            <p:nvPr/>
          </p:nvSpPr>
          <p:spPr>
            <a:xfrm>
              <a:off x="59974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930;p49">
              <a:extLst>
                <a:ext uri="{FF2B5EF4-FFF2-40B4-BE49-F238E27FC236}">
                  <a16:creationId xmlns:a16="http://schemas.microsoft.com/office/drawing/2014/main" id="{F9EAAD6D-E0A8-B2E0-6CF3-98FD0792BB5D}"/>
                </a:ext>
              </a:extLst>
            </p:cNvPr>
            <p:cNvSpPr/>
            <p:nvPr/>
          </p:nvSpPr>
          <p:spPr>
            <a:xfrm>
              <a:off x="62716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931;p49">
              <a:extLst>
                <a:ext uri="{FF2B5EF4-FFF2-40B4-BE49-F238E27FC236}">
                  <a16:creationId xmlns:a16="http://schemas.microsoft.com/office/drawing/2014/main" id="{5465B7F4-8B78-4326-8910-0F0B0E4F41FE}"/>
                </a:ext>
              </a:extLst>
            </p:cNvPr>
            <p:cNvSpPr/>
            <p:nvPr/>
          </p:nvSpPr>
          <p:spPr>
            <a:xfrm>
              <a:off x="65458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932;p49">
              <a:extLst>
                <a:ext uri="{FF2B5EF4-FFF2-40B4-BE49-F238E27FC236}">
                  <a16:creationId xmlns:a16="http://schemas.microsoft.com/office/drawing/2014/main" id="{864F52B0-83A9-571C-541B-80E0BC0CEA52}"/>
                </a:ext>
              </a:extLst>
            </p:cNvPr>
            <p:cNvSpPr/>
            <p:nvPr/>
          </p:nvSpPr>
          <p:spPr>
            <a:xfrm>
              <a:off x="68200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933;p49">
              <a:extLst>
                <a:ext uri="{FF2B5EF4-FFF2-40B4-BE49-F238E27FC236}">
                  <a16:creationId xmlns:a16="http://schemas.microsoft.com/office/drawing/2014/main" id="{F3A6FEE2-E5FF-DBA0-36B1-856C3C30699C}"/>
                </a:ext>
              </a:extLst>
            </p:cNvPr>
            <p:cNvSpPr/>
            <p:nvPr/>
          </p:nvSpPr>
          <p:spPr>
            <a:xfrm>
              <a:off x="70942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934;p49">
              <a:extLst>
                <a:ext uri="{FF2B5EF4-FFF2-40B4-BE49-F238E27FC236}">
                  <a16:creationId xmlns:a16="http://schemas.microsoft.com/office/drawing/2014/main" id="{C12742B3-3F22-6315-46E6-B3E02E638528}"/>
                </a:ext>
              </a:extLst>
            </p:cNvPr>
            <p:cNvSpPr/>
            <p:nvPr/>
          </p:nvSpPr>
          <p:spPr>
            <a:xfrm>
              <a:off x="73684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2935;p49">
              <a:extLst>
                <a:ext uri="{FF2B5EF4-FFF2-40B4-BE49-F238E27FC236}">
                  <a16:creationId xmlns:a16="http://schemas.microsoft.com/office/drawing/2014/main" id="{927DF20F-F868-3687-36C7-04BD956B7061}"/>
                </a:ext>
              </a:extLst>
            </p:cNvPr>
            <p:cNvSpPr/>
            <p:nvPr/>
          </p:nvSpPr>
          <p:spPr>
            <a:xfrm>
              <a:off x="76426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2936;p49">
              <a:extLst>
                <a:ext uri="{FF2B5EF4-FFF2-40B4-BE49-F238E27FC236}">
                  <a16:creationId xmlns:a16="http://schemas.microsoft.com/office/drawing/2014/main" id="{2E1443A0-A78A-37A5-DA1D-7886443EA367}"/>
                </a:ext>
              </a:extLst>
            </p:cNvPr>
            <p:cNvSpPr/>
            <p:nvPr/>
          </p:nvSpPr>
          <p:spPr>
            <a:xfrm>
              <a:off x="7916825" y="3078350"/>
              <a:ext cx="274200" cy="274200"/>
            </a:xfrm>
            <a:prstGeom prst="rect">
              <a:avLst/>
            </a:prstGeom>
            <a:solidFill>
              <a:srgbClr val="C9DAF8">
                <a:alpha val="3966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" name="文本框 171">
            <a:extLst>
              <a:ext uri="{FF2B5EF4-FFF2-40B4-BE49-F238E27FC236}">
                <a16:creationId xmlns:a16="http://schemas.microsoft.com/office/drawing/2014/main" id="{DD1FE878-2E5A-F92C-A2FC-A377F5F9AC6D}"/>
              </a:ext>
            </a:extLst>
          </p:cNvPr>
          <p:cNvSpPr txBox="1"/>
          <p:nvPr/>
        </p:nvSpPr>
        <p:spPr>
          <a:xfrm>
            <a:off x="5715000" y="2510288"/>
            <a:ext cx="10922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slide 44 grid block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sp>
        <p:nvSpPr>
          <p:cNvPr id="174" name="Google Shape;303;p19">
            <a:extLst>
              <a:ext uri="{FF2B5EF4-FFF2-40B4-BE49-F238E27FC236}">
                <a16:creationId xmlns:a16="http://schemas.microsoft.com/office/drawing/2014/main" id="{81DAF364-6A50-F123-D1C9-64109F774F32}"/>
              </a:ext>
            </a:extLst>
          </p:cNvPr>
          <p:cNvSpPr/>
          <p:nvPr/>
        </p:nvSpPr>
        <p:spPr>
          <a:xfrm>
            <a:off x="7493000" y="1270000"/>
            <a:ext cx="1041400" cy="838200"/>
          </a:xfrm>
          <a:prstGeom prst="cube">
            <a:avLst>
              <a:gd name="adj" fmla="val 25000"/>
            </a:avLst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0F8DF7-3FFA-498A-2463-B9975222A989}"/>
              </a:ext>
            </a:extLst>
          </p:cNvPr>
          <p:cNvSpPr txBox="1"/>
          <p:nvPr/>
        </p:nvSpPr>
        <p:spPr>
          <a:xfrm>
            <a:off x="7493000" y="2408688"/>
            <a:ext cx="10414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slide 7 plane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pic>
        <p:nvPicPr>
          <p:cNvPr id="177" name="Google Shape;6885;p71">
            <a:extLst>
              <a:ext uri="{FF2B5EF4-FFF2-40B4-BE49-F238E27FC236}">
                <a16:creationId xmlns:a16="http://schemas.microsoft.com/office/drawing/2014/main" id="{A9C49E2D-126F-5E53-B4F0-E3FA08209EA8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 flipH="1">
            <a:off x="698500" y="3175000"/>
            <a:ext cx="889000" cy="92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文本框 177">
            <a:extLst>
              <a:ext uri="{FF2B5EF4-FFF2-40B4-BE49-F238E27FC236}">
                <a16:creationId xmlns:a16="http://schemas.microsoft.com/office/drawing/2014/main" id="{FE411E92-94BF-57A5-8ED4-E75D091BF05F}"/>
              </a:ext>
            </a:extLst>
          </p:cNvPr>
          <p:cNvSpPr txBox="1"/>
          <p:nvPr/>
        </p:nvSpPr>
        <p:spPr>
          <a:xfrm>
            <a:off x="698500" y="4541087"/>
            <a:ext cx="8890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slide 126 stack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grpSp>
        <p:nvGrpSpPr>
          <p:cNvPr id="179" name="Google Shape;157;p21">
            <a:extLst>
              <a:ext uri="{FF2B5EF4-FFF2-40B4-BE49-F238E27FC236}">
                <a16:creationId xmlns:a16="http://schemas.microsoft.com/office/drawing/2014/main" id="{CA480122-0821-6CF9-ED67-E5C12015364A}"/>
              </a:ext>
            </a:extLst>
          </p:cNvPr>
          <p:cNvGrpSpPr/>
          <p:nvPr/>
        </p:nvGrpSpPr>
        <p:grpSpPr>
          <a:xfrm>
            <a:off x="2349500" y="3111500"/>
            <a:ext cx="1079500" cy="990600"/>
            <a:chOff x="6240000" y="821025"/>
            <a:chExt cx="2904000" cy="2668950"/>
          </a:xfrm>
        </p:grpSpPr>
        <p:sp>
          <p:nvSpPr>
            <p:cNvPr id="180" name="Google Shape;158;p21">
              <a:extLst>
                <a:ext uri="{FF2B5EF4-FFF2-40B4-BE49-F238E27FC236}">
                  <a16:creationId xmlns:a16="http://schemas.microsoft.com/office/drawing/2014/main" id="{16B4C8EC-EBC2-B86F-52AC-6B420D4ADA2A}"/>
                </a:ext>
              </a:extLst>
            </p:cNvPr>
            <p:cNvSpPr/>
            <p:nvPr/>
          </p:nvSpPr>
          <p:spPr>
            <a:xfrm flipH="1">
              <a:off x="6240000" y="821025"/>
              <a:ext cx="2904000" cy="26673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1" name="Google Shape;159;p21">
              <a:extLst>
                <a:ext uri="{FF2B5EF4-FFF2-40B4-BE49-F238E27FC236}">
                  <a16:creationId xmlns:a16="http://schemas.microsoft.com/office/drawing/2014/main" id="{4F2103B3-56A0-D97F-4D05-0E5010F7BEA3}"/>
                </a:ext>
              </a:extLst>
            </p:cNvPr>
            <p:cNvSpPr/>
            <p:nvPr/>
          </p:nvSpPr>
          <p:spPr>
            <a:xfrm flipH="1">
              <a:off x="62400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2" name="Google Shape;160;p21">
              <a:extLst>
                <a:ext uri="{FF2B5EF4-FFF2-40B4-BE49-F238E27FC236}">
                  <a16:creationId xmlns:a16="http://schemas.microsoft.com/office/drawing/2014/main" id="{1C912743-0998-AC40-B322-49DEAE49C6C2}"/>
                </a:ext>
              </a:extLst>
            </p:cNvPr>
            <p:cNvSpPr/>
            <p:nvPr/>
          </p:nvSpPr>
          <p:spPr>
            <a:xfrm flipH="1">
              <a:off x="68208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3" name="Google Shape;161;p21">
              <a:extLst>
                <a:ext uri="{FF2B5EF4-FFF2-40B4-BE49-F238E27FC236}">
                  <a16:creationId xmlns:a16="http://schemas.microsoft.com/office/drawing/2014/main" id="{01769411-043C-A7E2-4D22-22340BD664A6}"/>
                </a:ext>
              </a:extLst>
            </p:cNvPr>
            <p:cNvSpPr/>
            <p:nvPr/>
          </p:nvSpPr>
          <p:spPr>
            <a:xfrm flipH="1">
              <a:off x="74016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4" name="Google Shape;162;p21">
              <a:extLst>
                <a:ext uri="{FF2B5EF4-FFF2-40B4-BE49-F238E27FC236}">
                  <a16:creationId xmlns:a16="http://schemas.microsoft.com/office/drawing/2014/main" id="{43AED304-F723-F155-870C-3708DA7488AF}"/>
                </a:ext>
              </a:extLst>
            </p:cNvPr>
            <p:cNvSpPr/>
            <p:nvPr/>
          </p:nvSpPr>
          <p:spPr>
            <a:xfrm flipH="1">
              <a:off x="79824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5" name="Google Shape;163;p21">
              <a:extLst>
                <a:ext uri="{FF2B5EF4-FFF2-40B4-BE49-F238E27FC236}">
                  <a16:creationId xmlns:a16="http://schemas.microsoft.com/office/drawing/2014/main" id="{A970F834-BFA0-75AE-D649-47FDA148BE2D}"/>
                </a:ext>
              </a:extLst>
            </p:cNvPr>
            <p:cNvSpPr/>
            <p:nvPr/>
          </p:nvSpPr>
          <p:spPr>
            <a:xfrm flipH="1">
              <a:off x="8563200" y="8210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6" name="Google Shape;164;p21">
              <a:extLst>
                <a:ext uri="{FF2B5EF4-FFF2-40B4-BE49-F238E27FC236}">
                  <a16:creationId xmlns:a16="http://schemas.microsoft.com/office/drawing/2014/main" id="{B2F28784-5E66-FB30-CAEE-CA353F876B8F}"/>
                </a:ext>
              </a:extLst>
            </p:cNvPr>
            <p:cNvSpPr/>
            <p:nvPr/>
          </p:nvSpPr>
          <p:spPr>
            <a:xfrm flipH="1">
              <a:off x="62400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7" name="Google Shape;165;p21">
              <a:extLst>
                <a:ext uri="{FF2B5EF4-FFF2-40B4-BE49-F238E27FC236}">
                  <a16:creationId xmlns:a16="http://schemas.microsoft.com/office/drawing/2014/main" id="{49C7C8ED-FB77-CDB5-3D98-E3853298F0B6}"/>
                </a:ext>
              </a:extLst>
            </p:cNvPr>
            <p:cNvSpPr/>
            <p:nvPr/>
          </p:nvSpPr>
          <p:spPr>
            <a:xfrm flipH="1">
              <a:off x="68208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8" name="Google Shape;166;p21">
              <a:extLst>
                <a:ext uri="{FF2B5EF4-FFF2-40B4-BE49-F238E27FC236}">
                  <a16:creationId xmlns:a16="http://schemas.microsoft.com/office/drawing/2014/main" id="{A72E0102-AC5B-871D-70E2-DAC0039D8761}"/>
                </a:ext>
              </a:extLst>
            </p:cNvPr>
            <p:cNvSpPr/>
            <p:nvPr/>
          </p:nvSpPr>
          <p:spPr>
            <a:xfrm flipH="1">
              <a:off x="74016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9" name="Google Shape;167;p21">
              <a:extLst>
                <a:ext uri="{FF2B5EF4-FFF2-40B4-BE49-F238E27FC236}">
                  <a16:creationId xmlns:a16="http://schemas.microsoft.com/office/drawing/2014/main" id="{3928213A-C193-4584-DEE6-28943CD0D772}"/>
                </a:ext>
              </a:extLst>
            </p:cNvPr>
            <p:cNvSpPr/>
            <p:nvPr/>
          </p:nvSpPr>
          <p:spPr>
            <a:xfrm flipH="1">
              <a:off x="79824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0" name="Google Shape;168;p21">
              <a:extLst>
                <a:ext uri="{FF2B5EF4-FFF2-40B4-BE49-F238E27FC236}">
                  <a16:creationId xmlns:a16="http://schemas.microsoft.com/office/drawing/2014/main" id="{A32AA80B-3BD2-AF31-4777-CBAA92E488F9}"/>
                </a:ext>
              </a:extLst>
            </p:cNvPr>
            <p:cNvSpPr/>
            <p:nvPr/>
          </p:nvSpPr>
          <p:spPr>
            <a:xfrm flipH="1">
              <a:off x="8563200" y="1353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1" name="Google Shape;169;p21">
              <a:extLst>
                <a:ext uri="{FF2B5EF4-FFF2-40B4-BE49-F238E27FC236}">
                  <a16:creationId xmlns:a16="http://schemas.microsoft.com/office/drawing/2014/main" id="{920652FB-C842-0D32-2B09-E8846E0EFA94}"/>
                </a:ext>
              </a:extLst>
            </p:cNvPr>
            <p:cNvSpPr/>
            <p:nvPr/>
          </p:nvSpPr>
          <p:spPr>
            <a:xfrm flipH="1">
              <a:off x="62400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2" name="Google Shape;170;p21">
              <a:extLst>
                <a:ext uri="{FF2B5EF4-FFF2-40B4-BE49-F238E27FC236}">
                  <a16:creationId xmlns:a16="http://schemas.microsoft.com/office/drawing/2014/main" id="{F8DBDB56-8630-5B99-5C4A-690A114D9438}"/>
                </a:ext>
              </a:extLst>
            </p:cNvPr>
            <p:cNvSpPr/>
            <p:nvPr/>
          </p:nvSpPr>
          <p:spPr>
            <a:xfrm flipH="1">
              <a:off x="68208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3" name="Google Shape;171;p21">
              <a:extLst>
                <a:ext uri="{FF2B5EF4-FFF2-40B4-BE49-F238E27FC236}">
                  <a16:creationId xmlns:a16="http://schemas.microsoft.com/office/drawing/2014/main" id="{C99EB398-F626-7F89-489A-2451B9519D6B}"/>
                </a:ext>
              </a:extLst>
            </p:cNvPr>
            <p:cNvSpPr/>
            <p:nvPr/>
          </p:nvSpPr>
          <p:spPr>
            <a:xfrm flipH="1">
              <a:off x="74016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4" name="Google Shape;172;p21">
              <a:extLst>
                <a:ext uri="{FF2B5EF4-FFF2-40B4-BE49-F238E27FC236}">
                  <a16:creationId xmlns:a16="http://schemas.microsoft.com/office/drawing/2014/main" id="{3AE826F3-7FF5-8E9B-C958-0D412C94B0DE}"/>
                </a:ext>
              </a:extLst>
            </p:cNvPr>
            <p:cNvSpPr/>
            <p:nvPr/>
          </p:nvSpPr>
          <p:spPr>
            <a:xfrm flipH="1">
              <a:off x="79824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5" name="Google Shape;173;p21">
              <a:extLst>
                <a:ext uri="{FF2B5EF4-FFF2-40B4-BE49-F238E27FC236}">
                  <a16:creationId xmlns:a16="http://schemas.microsoft.com/office/drawing/2014/main" id="{07AB2E93-B6DB-5E42-46F1-3494CE05EC5F}"/>
                </a:ext>
              </a:extLst>
            </p:cNvPr>
            <p:cNvSpPr/>
            <p:nvPr/>
          </p:nvSpPr>
          <p:spPr>
            <a:xfrm flipH="1">
              <a:off x="8563200" y="1888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6" name="Google Shape;174;p21">
              <a:extLst>
                <a:ext uri="{FF2B5EF4-FFF2-40B4-BE49-F238E27FC236}">
                  <a16:creationId xmlns:a16="http://schemas.microsoft.com/office/drawing/2014/main" id="{54F1A774-4C67-189B-F49B-1A72332501E1}"/>
                </a:ext>
              </a:extLst>
            </p:cNvPr>
            <p:cNvSpPr/>
            <p:nvPr/>
          </p:nvSpPr>
          <p:spPr>
            <a:xfrm flipH="1">
              <a:off x="62400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7" name="Google Shape;175;p21">
              <a:extLst>
                <a:ext uri="{FF2B5EF4-FFF2-40B4-BE49-F238E27FC236}">
                  <a16:creationId xmlns:a16="http://schemas.microsoft.com/office/drawing/2014/main" id="{167A08B1-946F-FA37-BE58-8D1BB4992559}"/>
                </a:ext>
              </a:extLst>
            </p:cNvPr>
            <p:cNvSpPr/>
            <p:nvPr/>
          </p:nvSpPr>
          <p:spPr>
            <a:xfrm flipH="1">
              <a:off x="68208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8" name="Google Shape;176;p21">
              <a:extLst>
                <a:ext uri="{FF2B5EF4-FFF2-40B4-BE49-F238E27FC236}">
                  <a16:creationId xmlns:a16="http://schemas.microsoft.com/office/drawing/2014/main" id="{A6BF3573-8559-5EEA-3181-C28FA1243D3C}"/>
                </a:ext>
              </a:extLst>
            </p:cNvPr>
            <p:cNvSpPr/>
            <p:nvPr/>
          </p:nvSpPr>
          <p:spPr>
            <a:xfrm flipH="1">
              <a:off x="74016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9" name="Google Shape;177;p21">
              <a:extLst>
                <a:ext uri="{FF2B5EF4-FFF2-40B4-BE49-F238E27FC236}">
                  <a16:creationId xmlns:a16="http://schemas.microsoft.com/office/drawing/2014/main" id="{5EFFB897-CBC7-6477-32FF-FC3E9021516F}"/>
                </a:ext>
              </a:extLst>
            </p:cNvPr>
            <p:cNvSpPr/>
            <p:nvPr/>
          </p:nvSpPr>
          <p:spPr>
            <a:xfrm flipH="1">
              <a:off x="79824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0" name="Google Shape;178;p21">
              <a:extLst>
                <a:ext uri="{FF2B5EF4-FFF2-40B4-BE49-F238E27FC236}">
                  <a16:creationId xmlns:a16="http://schemas.microsoft.com/office/drawing/2014/main" id="{9383AB30-66C6-B4B5-1083-3155A468603D}"/>
                </a:ext>
              </a:extLst>
            </p:cNvPr>
            <p:cNvSpPr/>
            <p:nvPr/>
          </p:nvSpPr>
          <p:spPr>
            <a:xfrm flipH="1">
              <a:off x="8563200" y="24227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1" name="Google Shape;179;p21">
              <a:extLst>
                <a:ext uri="{FF2B5EF4-FFF2-40B4-BE49-F238E27FC236}">
                  <a16:creationId xmlns:a16="http://schemas.microsoft.com/office/drawing/2014/main" id="{7BA16E54-E125-1E8E-2526-66009D64967D}"/>
                </a:ext>
              </a:extLst>
            </p:cNvPr>
            <p:cNvSpPr/>
            <p:nvPr/>
          </p:nvSpPr>
          <p:spPr>
            <a:xfrm flipH="1">
              <a:off x="62400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2" name="Google Shape;180;p21">
              <a:extLst>
                <a:ext uri="{FF2B5EF4-FFF2-40B4-BE49-F238E27FC236}">
                  <a16:creationId xmlns:a16="http://schemas.microsoft.com/office/drawing/2014/main" id="{8720C320-D807-FC40-7114-E47DAD9F522E}"/>
                </a:ext>
              </a:extLst>
            </p:cNvPr>
            <p:cNvSpPr/>
            <p:nvPr/>
          </p:nvSpPr>
          <p:spPr>
            <a:xfrm flipH="1">
              <a:off x="68208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3" name="Google Shape;181;p21">
              <a:extLst>
                <a:ext uri="{FF2B5EF4-FFF2-40B4-BE49-F238E27FC236}">
                  <a16:creationId xmlns:a16="http://schemas.microsoft.com/office/drawing/2014/main" id="{F20DF8CE-B9EA-258A-F48A-F4ACB075B112}"/>
                </a:ext>
              </a:extLst>
            </p:cNvPr>
            <p:cNvSpPr/>
            <p:nvPr/>
          </p:nvSpPr>
          <p:spPr>
            <a:xfrm flipH="1">
              <a:off x="74016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4" name="Google Shape;182;p21">
              <a:extLst>
                <a:ext uri="{FF2B5EF4-FFF2-40B4-BE49-F238E27FC236}">
                  <a16:creationId xmlns:a16="http://schemas.microsoft.com/office/drawing/2014/main" id="{17A1F1CA-5085-568D-B83A-D732CCB9C4AA}"/>
                </a:ext>
              </a:extLst>
            </p:cNvPr>
            <p:cNvSpPr/>
            <p:nvPr/>
          </p:nvSpPr>
          <p:spPr>
            <a:xfrm flipH="1">
              <a:off x="79824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5" name="Google Shape;183;p21">
              <a:extLst>
                <a:ext uri="{FF2B5EF4-FFF2-40B4-BE49-F238E27FC236}">
                  <a16:creationId xmlns:a16="http://schemas.microsoft.com/office/drawing/2014/main" id="{683E226F-0040-2DB3-691F-4B1026D20AF1}"/>
                </a:ext>
              </a:extLst>
            </p:cNvPr>
            <p:cNvSpPr/>
            <p:nvPr/>
          </p:nvSpPr>
          <p:spPr>
            <a:xfrm flipH="1">
              <a:off x="8563200" y="29571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206" name="文本框 205">
            <a:extLst>
              <a:ext uri="{FF2B5EF4-FFF2-40B4-BE49-F238E27FC236}">
                <a16:creationId xmlns:a16="http://schemas.microsoft.com/office/drawing/2014/main" id="{D61D79EE-6169-BB91-D9C7-88C91D8F32AD}"/>
              </a:ext>
            </a:extLst>
          </p:cNvPr>
          <p:cNvSpPr txBox="1"/>
          <p:nvPr/>
        </p:nvSpPr>
        <p:spPr>
          <a:xfrm>
            <a:off x="2349500" y="4541087"/>
            <a:ext cx="10795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slide 8 evidence stack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grpSp>
        <p:nvGrpSpPr>
          <p:cNvPr id="207" name="Google Shape;235;p19">
            <a:extLst>
              <a:ext uri="{FF2B5EF4-FFF2-40B4-BE49-F238E27FC236}">
                <a16:creationId xmlns:a16="http://schemas.microsoft.com/office/drawing/2014/main" id="{2211567A-AE6D-3943-3D6E-DB1E8B39CCA7}"/>
              </a:ext>
            </a:extLst>
          </p:cNvPr>
          <p:cNvGrpSpPr/>
          <p:nvPr/>
        </p:nvGrpSpPr>
        <p:grpSpPr>
          <a:xfrm>
            <a:off x="4064000" y="3111500"/>
            <a:ext cx="990600" cy="990600"/>
            <a:chOff x="608609" y="2370079"/>
            <a:chExt cx="458224" cy="523616"/>
          </a:xfrm>
        </p:grpSpPr>
        <p:grpSp>
          <p:nvGrpSpPr>
            <p:cNvPr id="208" name="Google Shape;236;p19">
              <a:extLst>
                <a:ext uri="{FF2B5EF4-FFF2-40B4-BE49-F238E27FC236}">
                  <a16:creationId xmlns:a16="http://schemas.microsoft.com/office/drawing/2014/main" id="{5B1BB69A-3D53-8798-14A0-48E0C5078C64}"/>
                </a:ext>
              </a:extLst>
            </p:cNvPr>
            <p:cNvGrpSpPr/>
            <p:nvPr/>
          </p:nvGrpSpPr>
          <p:grpSpPr>
            <a:xfrm>
              <a:off x="608609" y="2665704"/>
              <a:ext cx="458224" cy="227991"/>
              <a:chOff x="5668659" y="1713442"/>
              <a:chExt cx="458224" cy="227991"/>
            </a:xfrm>
          </p:grpSpPr>
          <p:grpSp>
            <p:nvGrpSpPr>
              <p:cNvPr id="231" name="Google Shape;237;p19">
                <a:extLst>
                  <a:ext uri="{FF2B5EF4-FFF2-40B4-BE49-F238E27FC236}">
                    <a16:creationId xmlns:a16="http://schemas.microsoft.com/office/drawing/2014/main" id="{AFB9BD13-1ED2-5DE9-D542-7C3C3E487250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239" name="Google Shape;238;p19">
                  <a:extLst>
                    <a:ext uri="{FF2B5EF4-FFF2-40B4-BE49-F238E27FC236}">
                      <a16:creationId xmlns:a16="http://schemas.microsoft.com/office/drawing/2014/main" id="{08719171-80FD-A670-E0EB-FDD6939EA0F1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39;p19">
                  <a:extLst>
                    <a:ext uri="{FF2B5EF4-FFF2-40B4-BE49-F238E27FC236}">
                      <a16:creationId xmlns:a16="http://schemas.microsoft.com/office/drawing/2014/main" id="{42728AC4-6E4D-67C2-DF14-86267B1EDF35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2" name="Google Shape;240;p19">
                <a:extLst>
                  <a:ext uri="{FF2B5EF4-FFF2-40B4-BE49-F238E27FC236}">
                    <a16:creationId xmlns:a16="http://schemas.microsoft.com/office/drawing/2014/main" id="{1604A3AF-EC4B-3C9D-7586-2BE7D2F09FD3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236" name="Google Shape;241;p19">
                  <a:extLst>
                    <a:ext uri="{FF2B5EF4-FFF2-40B4-BE49-F238E27FC236}">
                      <a16:creationId xmlns:a16="http://schemas.microsoft.com/office/drawing/2014/main" id="{4760BD28-8EB2-9EB3-DB21-0585189532FA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42;p19">
                  <a:extLst>
                    <a:ext uri="{FF2B5EF4-FFF2-40B4-BE49-F238E27FC236}">
                      <a16:creationId xmlns:a16="http://schemas.microsoft.com/office/drawing/2014/main" id="{0883188C-D6FC-C882-6276-783D196A97A3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43;p19">
                  <a:extLst>
                    <a:ext uri="{FF2B5EF4-FFF2-40B4-BE49-F238E27FC236}">
                      <a16:creationId xmlns:a16="http://schemas.microsoft.com/office/drawing/2014/main" id="{7FC0B443-AC1F-6B7F-1C69-2CC5C5DEF2B5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33" name="Google Shape;244;p19">
                <a:extLst>
                  <a:ext uri="{FF2B5EF4-FFF2-40B4-BE49-F238E27FC236}">
                    <a16:creationId xmlns:a16="http://schemas.microsoft.com/office/drawing/2014/main" id="{856FCDD9-09D7-60BA-D901-B16020D474DC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234" name="Google Shape;245;p19">
                  <a:extLst>
                    <a:ext uri="{FF2B5EF4-FFF2-40B4-BE49-F238E27FC236}">
                      <a16:creationId xmlns:a16="http://schemas.microsoft.com/office/drawing/2014/main" id="{9D0F36B4-E46F-E3F7-52F6-884AA381BFD0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46;p19">
                  <a:extLst>
                    <a:ext uri="{FF2B5EF4-FFF2-40B4-BE49-F238E27FC236}">
                      <a16:creationId xmlns:a16="http://schemas.microsoft.com/office/drawing/2014/main" id="{BB030645-3015-D104-8A3A-3D2C88BE8667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9" name="Google Shape;247;p19">
              <a:extLst>
                <a:ext uri="{FF2B5EF4-FFF2-40B4-BE49-F238E27FC236}">
                  <a16:creationId xmlns:a16="http://schemas.microsoft.com/office/drawing/2014/main" id="{D3A5B880-5CC9-58AE-4090-B87693225D31}"/>
                </a:ext>
              </a:extLst>
            </p:cNvPr>
            <p:cNvGrpSpPr/>
            <p:nvPr/>
          </p:nvGrpSpPr>
          <p:grpSpPr>
            <a:xfrm>
              <a:off x="608609" y="2511879"/>
              <a:ext cx="458224" cy="227991"/>
              <a:chOff x="5668659" y="1713442"/>
              <a:chExt cx="458224" cy="227991"/>
            </a:xfrm>
          </p:grpSpPr>
          <p:grpSp>
            <p:nvGrpSpPr>
              <p:cNvPr id="221" name="Google Shape;248;p19">
                <a:extLst>
                  <a:ext uri="{FF2B5EF4-FFF2-40B4-BE49-F238E27FC236}">
                    <a16:creationId xmlns:a16="http://schemas.microsoft.com/office/drawing/2014/main" id="{B579A63D-FBD4-515E-E641-B7F6140EE692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229" name="Google Shape;249;p19">
                  <a:extLst>
                    <a:ext uri="{FF2B5EF4-FFF2-40B4-BE49-F238E27FC236}">
                      <a16:creationId xmlns:a16="http://schemas.microsoft.com/office/drawing/2014/main" id="{38273C00-AC31-B361-388A-52065AD2CEFD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50;p19">
                  <a:extLst>
                    <a:ext uri="{FF2B5EF4-FFF2-40B4-BE49-F238E27FC236}">
                      <a16:creationId xmlns:a16="http://schemas.microsoft.com/office/drawing/2014/main" id="{D62CBBF4-055F-0CA1-DE45-645DDFB17E9A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2" name="Google Shape;251;p19">
                <a:extLst>
                  <a:ext uri="{FF2B5EF4-FFF2-40B4-BE49-F238E27FC236}">
                    <a16:creationId xmlns:a16="http://schemas.microsoft.com/office/drawing/2014/main" id="{52A97087-B22E-E261-CCF8-5442BBE42F2F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226" name="Google Shape;252;p19">
                  <a:extLst>
                    <a:ext uri="{FF2B5EF4-FFF2-40B4-BE49-F238E27FC236}">
                      <a16:creationId xmlns:a16="http://schemas.microsoft.com/office/drawing/2014/main" id="{B078B1A8-532A-6753-DE5B-A1A863ED14A1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53;p19">
                  <a:extLst>
                    <a:ext uri="{FF2B5EF4-FFF2-40B4-BE49-F238E27FC236}">
                      <a16:creationId xmlns:a16="http://schemas.microsoft.com/office/drawing/2014/main" id="{58BE4BBC-9AC9-FB37-BDF4-FF76932CA96F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54;p19">
                  <a:extLst>
                    <a:ext uri="{FF2B5EF4-FFF2-40B4-BE49-F238E27FC236}">
                      <a16:creationId xmlns:a16="http://schemas.microsoft.com/office/drawing/2014/main" id="{88010570-7704-EF72-D79D-9C389A787224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3" name="Google Shape;255;p19">
                <a:extLst>
                  <a:ext uri="{FF2B5EF4-FFF2-40B4-BE49-F238E27FC236}">
                    <a16:creationId xmlns:a16="http://schemas.microsoft.com/office/drawing/2014/main" id="{D025CEB7-0CEE-847D-28E1-66550FD9C228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224" name="Google Shape;256;p19">
                  <a:extLst>
                    <a:ext uri="{FF2B5EF4-FFF2-40B4-BE49-F238E27FC236}">
                      <a16:creationId xmlns:a16="http://schemas.microsoft.com/office/drawing/2014/main" id="{DA8CE2C8-D29A-A38E-DCB3-249921E631DC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57;p19">
                  <a:extLst>
                    <a:ext uri="{FF2B5EF4-FFF2-40B4-BE49-F238E27FC236}">
                      <a16:creationId xmlns:a16="http://schemas.microsoft.com/office/drawing/2014/main" id="{CBF69500-1073-2CFC-05A0-603B855E87A0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0" name="Google Shape;258;p19">
              <a:extLst>
                <a:ext uri="{FF2B5EF4-FFF2-40B4-BE49-F238E27FC236}">
                  <a16:creationId xmlns:a16="http://schemas.microsoft.com/office/drawing/2014/main" id="{0AE7E5BC-C4A4-29BD-FB8D-47A242E99F07}"/>
                </a:ext>
              </a:extLst>
            </p:cNvPr>
            <p:cNvGrpSpPr/>
            <p:nvPr/>
          </p:nvGrpSpPr>
          <p:grpSpPr>
            <a:xfrm>
              <a:off x="608609" y="2370079"/>
              <a:ext cx="458224" cy="227991"/>
              <a:chOff x="5668659" y="1713442"/>
              <a:chExt cx="458224" cy="227991"/>
            </a:xfrm>
          </p:grpSpPr>
          <p:grpSp>
            <p:nvGrpSpPr>
              <p:cNvPr id="211" name="Google Shape;259;p19">
                <a:extLst>
                  <a:ext uri="{FF2B5EF4-FFF2-40B4-BE49-F238E27FC236}">
                    <a16:creationId xmlns:a16="http://schemas.microsoft.com/office/drawing/2014/main" id="{A0BBD543-91A1-D4D6-D4DE-4E7419263E30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219" name="Google Shape;260;p19">
                  <a:extLst>
                    <a:ext uri="{FF2B5EF4-FFF2-40B4-BE49-F238E27FC236}">
                      <a16:creationId xmlns:a16="http://schemas.microsoft.com/office/drawing/2014/main" id="{F677C570-5EB8-551B-C75D-CE49C6550139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61;p19">
                  <a:extLst>
                    <a:ext uri="{FF2B5EF4-FFF2-40B4-BE49-F238E27FC236}">
                      <a16:creationId xmlns:a16="http://schemas.microsoft.com/office/drawing/2014/main" id="{49A53BD0-4712-6960-03FA-B5CB9DB3B361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2" name="Google Shape;262;p19">
                <a:extLst>
                  <a:ext uri="{FF2B5EF4-FFF2-40B4-BE49-F238E27FC236}">
                    <a16:creationId xmlns:a16="http://schemas.microsoft.com/office/drawing/2014/main" id="{6A1B9B26-EBFC-9E67-00C5-40DA5E4B59C8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216" name="Google Shape;263;p19">
                  <a:extLst>
                    <a:ext uri="{FF2B5EF4-FFF2-40B4-BE49-F238E27FC236}">
                      <a16:creationId xmlns:a16="http://schemas.microsoft.com/office/drawing/2014/main" id="{0E0F3A86-001D-2509-54E4-FA31E92C29BD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64;p19">
                  <a:extLst>
                    <a:ext uri="{FF2B5EF4-FFF2-40B4-BE49-F238E27FC236}">
                      <a16:creationId xmlns:a16="http://schemas.microsoft.com/office/drawing/2014/main" id="{3F0BA8BA-386F-719F-DC4F-32511BDA60D8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65;p19">
                  <a:extLst>
                    <a:ext uri="{FF2B5EF4-FFF2-40B4-BE49-F238E27FC236}">
                      <a16:creationId xmlns:a16="http://schemas.microsoft.com/office/drawing/2014/main" id="{9ADD6A99-F01B-3D39-438B-332C1FD691B2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13" name="Google Shape;266;p19">
                <a:extLst>
                  <a:ext uri="{FF2B5EF4-FFF2-40B4-BE49-F238E27FC236}">
                    <a16:creationId xmlns:a16="http://schemas.microsoft.com/office/drawing/2014/main" id="{A91B26F3-3165-DC22-477E-BB020F52B54D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214" name="Google Shape;267;p19">
                  <a:extLst>
                    <a:ext uri="{FF2B5EF4-FFF2-40B4-BE49-F238E27FC236}">
                      <a16:creationId xmlns:a16="http://schemas.microsoft.com/office/drawing/2014/main" id="{B30826AC-817E-62D3-F406-BE0128410EEF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68;p19">
                  <a:extLst>
                    <a:ext uri="{FF2B5EF4-FFF2-40B4-BE49-F238E27FC236}">
                      <a16:creationId xmlns:a16="http://schemas.microsoft.com/office/drawing/2014/main" id="{BDDABC36-045F-503E-E119-3507EA95B804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41" name="文本框 240">
            <a:extLst>
              <a:ext uri="{FF2B5EF4-FFF2-40B4-BE49-F238E27FC236}">
                <a16:creationId xmlns:a16="http://schemas.microsoft.com/office/drawing/2014/main" id="{95F4ED64-6C1E-E120-A016-E600C669395B}"/>
              </a:ext>
            </a:extLst>
          </p:cNvPr>
          <p:cNvSpPr txBox="1"/>
          <p:nvPr/>
        </p:nvSpPr>
        <p:spPr>
          <a:xfrm>
            <a:off x="4064000" y="4541087"/>
            <a:ext cx="9906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slide 7 compact cube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grpSp>
        <p:nvGrpSpPr>
          <p:cNvPr id="242" name="Google Shape;3064;p49">
            <a:extLst>
              <a:ext uri="{FF2B5EF4-FFF2-40B4-BE49-F238E27FC236}">
                <a16:creationId xmlns:a16="http://schemas.microsoft.com/office/drawing/2014/main" id="{10615C0E-F604-DD76-A64A-1C9BD0C6377F}"/>
              </a:ext>
            </a:extLst>
          </p:cNvPr>
          <p:cNvGrpSpPr/>
          <p:nvPr/>
        </p:nvGrpSpPr>
        <p:grpSpPr>
          <a:xfrm>
            <a:off x="5778500" y="3111500"/>
            <a:ext cx="1092200" cy="1092200"/>
            <a:chOff x="5274478" y="161353"/>
            <a:chExt cx="2200237" cy="2274977"/>
          </a:xfrm>
        </p:grpSpPr>
        <p:grpSp>
          <p:nvGrpSpPr>
            <p:cNvPr id="243" name="Google Shape;3065;p49">
              <a:extLst>
                <a:ext uri="{FF2B5EF4-FFF2-40B4-BE49-F238E27FC236}">
                  <a16:creationId xmlns:a16="http://schemas.microsoft.com/office/drawing/2014/main" id="{1D0BD11B-72B2-30B7-7A39-55AD0A6D0BD9}"/>
                </a:ext>
              </a:extLst>
            </p:cNvPr>
            <p:cNvGrpSpPr/>
            <p:nvPr/>
          </p:nvGrpSpPr>
          <p:grpSpPr>
            <a:xfrm>
              <a:off x="5706772" y="743968"/>
              <a:ext cx="1767944" cy="1692362"/>
              <a:chOff x="5448325" y="610550"/>
              <a:chExt cx="2742700" cy="2742000"/>
            </a:xfrm>
          </p:grpSpPr>
          <p:sp>
            <p:nvSpPr>
              <p:cNvPr id="257" name="Google Shape;3066;p49">
                <a:extLst>
                  <a:ext uri="{FF2B5EF4-FFF2-40B4-BE49-F238E27FC236}">
                    <a16:creationId xmlns:a16="http://schemas.microsoft.com/office/drawing/2014/main" id="{12DF99C7-3730-D022-E014-CC521367FDE2}"/>
                  </a:ext>
                </a:extLst>
              </p:cNvPr>
              <p:cNvSpPr/>
              <p:nvPr/>
            </p:nvSpPr>
            <p:spPr>
              <a:xfrm>
                <a:off x="54483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3067;p49">
                <a:extLst>
                  <a:ext uri="{FF2B5EF4-FFF2-40B4-BE49-F238E27FC236}">
                    <a16:creationId xmlns:a16="http://schemas.microsoft.com/office/drawing/2014/main" id="{C231C437-6979-939B-6DCC-E35908C52DF2}"/>
                  </a:ext>
                </a:extLst>
              </p:cNvPr>
              <p:cNvSpPr/>
              <p:nvPr/>
            </p:nvSpPr>
            <p:spPr>
              <a:xfrm>
                <a:off x="5722525" y="6105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3068;p49">
                <a:extLst>
                  <a:ext uri="{FF2B5EF4-FFF2-40B4-BE49-F238E27FC236}">
                    <a16:creationId xmlns:a16="http://schemas.microsoft.com/office/drawing/2014/main" id="{FC82CFB1-6001-E518-02C9-C41B0D6F2291}"/>
                  </a:ext>
                </a:extLst>
              </p:cNvPr>
              <p:cNvSpPr/>
              <p:nvPr/>
            </p:nvSpPr>
            <p:spPr>
              <a:xfrm>
                <a:off x="5996725" y="6105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3069;p49">
                <a:extLst>
                  <a:ext uri="{FF2B5EF4-FFF2-40B4-BE49-F238E27FC236}">
                    <a16:creationId xmlns:a16="http://schemas.microsoft.com/office/drawing/2014/main" id="{C9565E98-D1DA-F766-52A5-318C83F0804F}"/>
                  </a:ext>
                </a:extLst>
              </p:cNvPr>
              <p:cNvSpPr/>
              <p:nvPr/>
            </p:nvSpPr>
            <p:spPr>
              <a:xfrm>
                <a:off x="6270925" y="6105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3070;p49">
                <a:extLst>
                  <a:ext uri="{FF2B5EF4-FFF2-40B4-BE49-F238E27FC236}">
                    <a16:creationId xmlns:a16="http://schemas.microsoft.com/office/drawing/2014/main" id="{C38D5AAE-7254-9FCF-B797-1D0ECCB789C5}"/>
                  </a:ext>
                </a:extLst>
              </p:cNvPr>
              <p:cNvSpPr/>
              <p:nvPr/>
            </p:nvSpPr>
            <p:spPr>
              <a:xfrm>
                <a:off x="65451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3071;p49">
                <a:extLst>
                  <a:ext uri="{FF2B5EF4-FFF2-40B4-BE49-F238E27FC236}">
                    <a16:creationId xmlns:a16="http://schemas.microsoft.com/office/drawing/2014/main" id="{1C18C4BB-B62C-A6B3-B89D-4F59436FC4CC}"/>
                  </a:ext>
                </a:extLst>
              </p:cNvPr>
              <p:cNvSpPr/>
              <p:nvPr/>
            </p:nvSpPr>
            <p:spPr>
              <a:xfrm>
                <a:off x="68193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3072;p49">
                <a:extLst>
                  <a:ext uri="{FF2B5EF4-FFF2-40B4-BE49-F238E27FC236}">
                    <a16:creationId xmlns:a16="http://schemas.microsoft.com/office/drawing/2014/main" id="{97962895-90DC-E630-B670-40F87A088333}"/>
                  </a:ext>
                </a:extLst>
              </p:cNvPr>
              <p:cNvSpPr/>
              <p:nvPr/>
            </p:nvSpPr>
            <p:spPr>
              <a:xfrm>
                <a:off x="70935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3073;p49">
                <a:extLst>
                  <a:ext uri="{FF2B5EF4-FFF2-40B4-BE49-F238E27FC236}">
                    <a16:creationId xmlns:a16="http://schemas.microsoft.com/office/drawing/2014/main" id="{FB03D146-063F-D380-2BD1-1E2058779901}"/>
                  </a:ext>
                </a:extLst>
              </p:cNvPr>
              <p:cNvSpPr/>
              <p:nvPr/>
            </p:nvSpPr>
            <p:spPr>
              <a:xfrm>
                <a:off x="73677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3074;p49">
                <a:extLst>
                  <a:ext uri="{FF2B5EF4-FFF2-40B4-BE49-F238E27FC236}">
                    <a16:creationId xmlns:a16="http://schemas.microsoft.com/office/drawing/2014/main" id="{7697496A-0615-F28A-8E2A-061C4CBA1B28}"/>
                  </a:ext>
                </a:extLst>
              </p:cNvPr>
              <p:cNvSpPr/>
              <p:nvPr/>
            </p:nvSpPr>
            <p:spPr>
              <a:xfrm>
                <a:off x="76419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3075;p49">
                <a:extLst>
                  <a:ext uri="{FF2B5EF4-FFF2-40B4-BE49-F238E27FC236}">
                    <a16:creationId xmlns:a16="http://schemas.microsoft.com/office/drawing/2014/main" id="{823F9FA0-2DE5-FCB5-21B6-A1B410C00F11}"/>
                  </a:ext>
                </a:extLst>
              </p:cNvPr>
              <p:cNvSpPr/>
              <p:nvPr/>
            </p:nvSpPr>
            <p:spPr>
              <a:xfrm>
                <a:off x="7916125" y="610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3076;p49">
                <a:extLst>
                  <a:ext uri="{FF2B5EF4-FFF2-40B4-BE49-F238E27FC236}">
                    <a16:creationId xmlns:a16="http://schemas.microsoft.com/office/drawing/2014/main" id="{201846AB-07C9-1D20-EFC1-804ED631AD0A}"/>
                  </a:ext>
                </a:extLst>
              </p:cNvPr>
              <p:cNvSpPr/>
              <p:nvPr/>
            </p:nvSpPr>
            <p:spPr>
              <a:xfrm>
                <a:off x="54483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3077;p49">
                <a:extLst>
                  <a:ext uri="{FF2B5EF4-FFF2-40B4-BE49-F238E27FC236}">
                    <a16:creationId xmlns:a16="http://schemas.microsoft.com/office/drawing/2014/main" id="{ECDC04D2-F7C1-205F-E8BE-E27E5044E48A}"/>
                  </a:ext>
                </a:extLst>
              </p:cNvPr>
              <p:cNvSpPr/>
              <p:nvPr/>
            </p:nvSpPr>
            <p:spPr>
              <a:xfrm>
                <a:off x="5722525" y="8847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3078;p49">
                <a:extLst>
                  <a:ext uri="{FF2B5EF4-FFF2-40B4-BE49-F238E27FC236}">
                    <a16:creationId xmlns:a16="http://schemas.microsoft.com/office/drawing/2014/main" id="{AC45A243-4588-CB88-C8E7-6395065C16AB}"/>
                  </a:ext>
                </a:extLst>
              </p:cNvPr>
              <p:cNvSpPr/>
              <p:nvPr/>
            </p:nvSpPr>
            <p:spPr>
              <a:xfrm>
                <a:off x="5996725" y="8847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3079;p49">
                <a:extLst>
                  <a:ext uri="{FF2B5EF4-FFF2-40B4-BE49-F238E27FC236}">
                    <a16:creationId xmlns:a16="http://schemas.microsoft.com/office/drawing/2014/main" id="{8A957E5D-5E4A-D3CB-963D-664206772B4D}"/>
                  </a:ext>
                </a:extLst>
              </p:cNvPr>
              <p:cNvSpPr/>
              <p:nvPr/>
            </p:nvSpPr>
            <p:spPr>
              <a:xfrm>
                <a:off x="6270925" y="8847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3080;p49">
                <a:extLst>
                  <a:ext uri="{FF2B5EF4-FFF2-40B4-BE49-F238E27FC236}">
                    <a16:creationId xmlns:a16="http://schemas.microsoft.com/office/drawing/2014/main" id="{A2215316-8B67-D1C3-418F-AA57C587B720}"/>
                  </a:ext>
                </a:extLst>
              </p:cNvPr>
              <p:cNvSpPr/>
              <p:nvPr/>
            </p:nvSpPr>
            <p:spPr>
              <a:xfrm>
                <a:off x="65451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3081;p49">
                <a:extLst>
                  <a:ext uri="{FF2B5EF4-FFF2-40B4-BE49-F238E27FC236}">
                    <a16:creationId xmlns:a16="http://schemas.microsoft.com/office/drawing/2014/main" id="{AD0A6C6B-5F1B-0E0E-B1AC-7B0C9579EF25}"/>
                  </a:ext>
                </a:extLst>
              </p:cNvPr>
              <p:cNvSpPr/>
              <p:nvPr/>
            </p:nvSpPr>
            <p:spPr>
              <a:xfrm>
                <a:off x="68193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3082;p49">
                <a:extLst>
                  <a:ext uri="{FF2B5EF4-FFF2-40B4-BE49-F238E27FC236}">
                    <a16:creationId xmlns:a16="http://schemas.microsoft.com/office/drawing/2014/main" id="{EDA8B4CF-2F34-D025-F582-A2779FDA305D}"/>
                  </a:ext>
                </a:extLst>
              </p:cNvPr>
              <p:cNvSpPr/>
              <p:nvPr/>
            </p:nvSpPr>
            <p:spPr>
              <a:xfrm>
                <a:off x="70935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3083;p49">
                <a:extLst>
                  <a:ext uri="{FF2B5EF4-FFF2-40B4-BE49-F238E27FC236}">
                    <a16:creationId xmlns:a16="http://schemas.microsoft.com/office/drawing/2014/main" id="{178846E7-262A-1215-2CAA-E241E7FB158C}"/>
                  </a:ext>
                </a:extLst>
              </p:cNvPr>
              <p:cNvSpPr/>
              <p:nvPr/>
            </p:nvSpPr>
            <p:spPr>
              <a:xfrm>
                <a:off x="73677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3084;p49">
                <a:extLst>
                  <a:ext uri="{FF2B5EF4-FFF2-40B4-BE49-F238E27FC236}">
                    <a16:creationId xmlns:a16="http://schemas.microsoft.com/office/drawing/2014/main" id="{1536B2CF-F533-A49E-8B6A-B326C7ABCE72}"/>
                  </a:ext>
                </a:extLst>
              </p:cNvPr>
              <p:cNvSpPr/>
              <p:nvPr/>
            </p:nvSpPr>
            <p:spPr>
              <a:xfrm>
                <a:off x="76419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3085;p49">
                <a:extLst>
                  <a:ext uri="{FF2B5EF4-FFF2-40B4-BE49-F238E27FC236}">
                    <a16:creationId xmlns:a16="http://schemas.microsoft.com/office/drawing/2014/main" id="{694F6C32-BCB0-3BAD-0157-3D8B1BD8A1AE}"/>
                  </a:ext>
                </a:extLst>
              </p:cNvPr>
              <p:cNvSpPr/>
              <p:nvPr/>
            </p:nvSpPr>
            <p:spPr>
              <a:xfrm>
                <a:off x="7916125" y="884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3086;p49">
                <a:extLst>
                  <a:ext uri="{FF2B5EF4-FFF2-40B4-BE49-F238E27FC236}">
                    <a16:creationId xmlns:a16="http://schemas.microsoft.com/office/drawing/2014/main" id="{1AEB92AB-60F5-BAEF-0695-AAD9DEFA284B}"/>
                  </a:ext>
                </a:extLst>
              </p:cNvPr>
              <p:cNvSpPr/>
              <p:nvPr/>
            </p:nvSpPr>
            <p:spPr>
              <a:xfrm>
                <a:off x="54490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3087;p49">
                <a:extLst>
                  <a:ext uri="{FF2B5EF4-FFF2-40B4-BE49-F238E27FC236}">
                    <a16:creationId xmlns:a16="http://schemas.microsoft.com/office/drawing/2014/main" id="{2A9E8BDD-211E-6621-358B-806FD44D1484}"/>
                  </a:ext>
                </a:extLst>
              </p:cNvPr>
              <p:cNvSpPr/>
              <p:nvPr/>
            </p:nvSpPr>
            <p:spPr>
              <a:xfrm>
                <a:off x="5723225" y="11589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3088;p49">
                <a:extLst>
                  <a:ext uri="{FF2B5EF4-FFF2-40B4-BE49-F238E27FC236}">
                    <a16:creationId xmlns:a16="http://schemas.microsoft.com/office/drawing/2014/main" id="{738D0573-F24E-CA34-4554-8D30AF1B416C}"/>
                  </a:ext>
                </a:extLst>
              </p:cNvPr>
              <p:cNvSpPr/>
              <p:nvPr/>
            </p:nvSpPr>
            <p:spPr>
              <a:xfrm>
                <a:off x="5997425" y="11589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3089;p49">
                <a:extLst>
                  <a:ext uri="{FF2B5EF4-FFF2-40B4-BE49-F238E27FC236}">
                    <a16:creationId xmlns:a16="http://schemas.microsoft.com/office/drawing/2014/main" id="{A71057E8-801D-975C-DF9B-9049286F6058}"/>
                  </a:ext>
                </a:extLst>
              </p:cNvPr>
              <p:cNvSpPr/>
              <p:nvPr/>
            </p:nvSpPr>
            <p:spPr>
              <a:xfrm>
                <a:off x="6271625" y="1158950"/>
                <a:ext cx="274200" cy="274200"/>
              </a:xfrm>
              <a:prstGeom prst="rect">
                <a:avLst/>
              </a:prstGeom>
              <a:solidFill>
                <a:srgbClr val="A4C2F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3090;p49">
                <a:extLst>
                  <a:ext uri="{FF2B5EF4-FFF2-40B4-BE49-F238E27FC236}">
                    <a16:creationId xmlns:a16="http://schemas.microsoft.com/office/drawing/2014/main" id="{F1668C30-7F3E-56FE-D54C-3B0D8DA05F31}"/>
                  </a:ext>
                </a:extLst>
              </p:cNvPr>
              <p:cNvSpPr/>
              <p:nvPr/>
            </p:nvSpPr>
            <p:spPr>
              <a:xfrm>
                <a:off x="65458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3091;p49">
                <a:extLst>
                  <a:ext uri="{FF2B5EF4-FFF2-40B4-BE49-F238E27FC236}">
                    <a16:creationId xmlns:a16="http://schemas.microsoft.com/office/drawing/2014/main" id="{2F92CE9E-31B9-3087-7E53-3E7942D55D70}"/>
                  </a:ext>
                </a:extLst>
              </p:cNvPr>
              <p:cNvSpPr/>
              <p:nvPr/>
            </p:nvSpPr>
            <p:spPr>
              <a:xfrm>
                <a:off x="68200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3092;p49">
                <a:extLst>
                  <a:ext uri="{FF2B5EF4-FFF2-40B4-BE49-F238E27FC236}">
                    <a16:creationId xmlns:a16="http://schemas.microsoft.com/office/drawing/2014/main" id="{72B40C5D-7DE1-AC6D-A620-E0AC69E2B78F}"/>
                  </a:ext>
                </a:extLst>
              </p:cNvPr>
              <p:cNvSpPr/>
              <p:nvPr/>
            </p:nvSpPr>
            <p:spPr>
              <a:xfrm>
                <a:off x="70942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3093;p49">
                <a:extLst>
                  <a:ext uri="{FF2B5EF4-FFF2-40B4-BE49-F238E27FC236}">
                    <a16:creationId xmlns:a16="http://schemas.microsoft.com/office/drawing/2014/main" id="{497F317A-E823-1D8F-F59D-3B8E066AAF8D}"/>
                  </a:ext>
                </a:extLst>
              </p:cNvPr>
              <p:cNvSpPr/>
              <p:nvPr/>
            </p:nvSpPr>
            <p:spPr>
              <a:xfrm>
                <a:off x="73684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3094;p49">
                <a:extLst>
                  <a:ext uri="{FF2B5EF4-FFF2-40B4-BE49-F238E27FC236}">
                    <a16:creationId xmlns:a16="http://schemas.microsoft.com/office/drawing/2014/main" id="{A2B18AB7-644C-499A-F953-21AF6AFB54A5}"/>
                  </a:ext>
                </a:extLst>
              </p:cNvPr>
              <p:cNvSpPr/>
              <p:nvPr/>
            </p:nvSpPr>
            <p:spPr>
              <a:xfrm>
                <a:off x="76426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3095;p49">
                <a:extLst>
                  <a:ext uri="{FF2B5EF4-FFF2-40B4-BE49-F238E27FC236}">
                    <a16:creationId xmlns:a16="http://schemas.microsoft.com/office/drawing/2014/main" id="{3606FAA8-6D65-E476-EEBD-0589BD830B23}"/>
                  </a:ext>
                </a:extLst>
              </p:cNvPr>
              <p:cNvSpPr/>
              <p:nvPr/>
            </p:nvSpPr>
            <p:spPr>
              <a:xfrm>
                <a:off x="7916825" y="1158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3096;p49">
                <a:extLst>
                  <a:ext uri="{FF2B5EF4-FFF2-40B4-BE49-F238E27FC236}">
                    <a16:creationId xmlns:a16="http://schemas.microsoft.com/office/drawing/2014/main" id="{1D99A8A0-BBEA-EFC8-28ED-BC1938CC7062}"/>
                  </a:ext>
                </a:extLst>
              </p:cNvPr>
              <p:cNvSpPr/>
              <p:nvPr/>
            </p:nvSpPr>
            <p:spPr>
              <a:xfrm>
                <a:off x="54490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3097;p49">
                <a:extLst>
                  <a:ext uri="{FF2B5EF4-FFF2-40B4-BE49-F238E27FC236}">
                    <a16:creationId xmlns:a16="http://schemas.microsoft.com/office/drawing/2014/main" id="{AC53E719-D598-8634-1B5B-864E6D9BABFD}"/>
                  </a:ext>
                </a:extLst>
              </p:cNvPr>
              <p:cNvSpPr/>
              <p:nvPr/>
            </p:nvSpPr>
            <p:spPr>
              <a:xfrm>
                <a:off x="57232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3098;p49">
                <a:extLst>
                  <a:ext uri="{FF2B5EF4-FFF2-40B4-BE49-F238E27FC236}">
                    <a16:creationId xmlns:a16="http://schemas.microsoft.com/office/drawing/2014/main" id="{D8ACEAD8-EB6A-95EA-8BF4-CFEF7960648C}"/>
                  </a:ext>
                </a:extLst>
              </p:cNvPr>
              <p:cNvSpPr/>
              <p:nvPr/>
            </p:nvSpPr>
            <p:spPr>
              <a:xfrm>
                <a:off x="59974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3099;p49">
                <a:extLst>
                  <a:ext uri="{FF2B5EF4-FFF2-40B4-BE49-F238E27FC236}">
                    <a16:creationId xmlns:a16="http://schemas.microsoft.com/office/drawing/2014/main" id="{67C8B580-7106-4927-DE76-053FDB5B77CA}"/>
                  </a:ext>
                </a:extLst>
              </p:cNvPr>
              <p:cNvSpPr/>
              <p:nvPr/>
            </p:nvSpPr>
            <p:spPr>
              <a:xfrm>
                <a:off x="62716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3100;p49">
                <a:extLst>
                  <a:ext uri="{FF2B5EF4-FFF2-40B4-BE49-F238E27FC236}">
                    <a16:creationId xmlns:a16="http://schemas.microsoft.com/office/drawing/2014/main" id="{0D8E88D2-274C-7CE1-F34A-A6F23640552E}"/>
                  </a:ext>
                </a:extLst>
              </p:cNvPr>
              <p:cNvSpPr/>
              <p:nvPr/>
            </p:nvSpPr>
            <p:spPr>
              <a:xfrm>
                <a:off x="65458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3101;p49">
                <a:extLst>
                  <a:ext uri="{FF2B5EF4-FFF2-40B4-BE49-F238E27FC236}">
                    <a16:creationId xmlns:a16="http://schemas.microsoft.com/office/drawing/2014/main" id="{8B6AB6BB-83F5-FC8C-084D-D68C18CEE392}"/>
                  </a:ext>
                </a:extLst>
              </p:cNvPr>
              <p:cNvSpPr/>
              <p:nvPr/>
            </p:nvSpPr>
            <p:spPr>
              <a:xfrm>
                <a:off x="68200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3102;p49">
                <a:extLst>
                  <a:ext uri="{FF2B5EF4-FFF2-40B4-BE49-F238E27FC236}">
                    <a16:creationId xmlns:a16="http://schemas.microsoft.com/office/drawing/2014/main" id="{D6B51402-6FB7-828C-AE69-0D3AE5495FCB}"/>
                  </a:ext>
                </a:extLst>
              </p:cNvPr>
              <p:cNvSpPr/>
              <p:nvPr/>
            </p:nvSpPr>
            <p:spPr>
              <a:xfrm>
                <a:off x="70942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3103;p49">
                <a:extLst>
                  <a:ext uri="{FF2B5EF4-FFF2-40B4-BE49-F238E27FC236}">
                    <a16:creationId xmlns:a16="http://schemas.microsoft.com/office/drawing/2014/main" id="{7B7DA237-B40F-337C-A123-1E011FF78661}"/>
                  </a:ext>
                </a:extLst>
              </p:cNvPr>
              <p:cNvSpPr/>
              <p:nvPr/>
            </p:nvSpPr>
            <p:spPr>
              <a:xfrm>
                <a:off x="73684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3104;p49">
                <a:extLst>
                  <a:ext uri="{FF2B5EF4-FFF2-40B4-BE49-F238E27FC236}">
                    <a16:creationId xmlns:a16="http://schemas.microsoft.com/office/drawing/2014/main" id="{C3FD9652-143C-77F8-B3F3-19833D2172E5}"/>
                  </a:ext>
                </a:extLst>
              </p:cNvPr>
              <p:cNvSpPr/>
              <p:nvPr/>
            </p:nvSpPr>
            <p:spPr>
              <a:xfrm>
                <a:off x="76426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3105;p49">
                <a:extLst>
                  <a:ext uri="{FF2B5EF4-FFF2-40B4-BE49-F238E27FC236}">
                    <a16:creationId xmlns:a16="http://schemas.microsoft.com/office/drawing/2014/main" id="{F4AA17E6-1BC1-DD7A-CAA1-5224072CE570}"/>
                  </a:ext>
                </a:extLst>
              </p:cNvPr>
              <p:cNvSpPr/>
              <p:nvPr/>
            </p:nvSpPr>
            <p:spPr>
              <a:xfrm>
                <a:off x="7916825" y="1433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3106;p49">
                <a:extLst>
                  <a:ext uri="{FF2B5EF4-FFF2-40B4-BE49-F238E27FC236}">
                    <a16:creationId xmlns:a16="http://schemas.microsoft.com/office/drawing/2014/main" id="{7B42CA98-05AC-C7C6-CC50-22584AF6878F}"/>
                  </a:ext>
                </a:extLst>
              </p:cNvPr>
              <p:cNvSpPr/>
              <p:nvPr/>
            </p:nvSpPr>
            <p:spPr>
              <a:xfrm>
                <a:off x="54490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3107;p49">
                <a:extLst>
                  <a:ext uri="{FF2B5EF4-FFF2-40B4-BE49-F238E27FC236}">
                    <a16:creationId xmlns:a16="http://schemas.microsoft.com/office/drawing/2014/main" id="{BBB77CF7-EEB1-67F2-B64C-F688162AF8B1}"/>
                  </a:ext>
                </a:extLst>
              </p:cNvPr>
              <p:cNvSpPr/>
              <p:nvPr/>
            </p:nvSpPr>
            <p:spPr>
              <a:xfrm>
                <a:off x="57232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3108;p49">
                <a:extLst>
                  <a:ext uri="{FF2B5EF4-FFF2-40B4-BE49-F238E27FC236}">
                    <a16:creationId xmlns:a16="http://schemas.microsoft.com/office/drawing/2014/main" id="{AB625636-D978-2C43-D101-8D216972013A}"/>
                  </a:ext>
                </a:extLst>
              </p:cNvPr>
              <p:cNvSpPr/>
              <p:nvPr/>
            </p:nvSpPr>
            <p:spPr>
              <a:xfrm>
                <a:off x="59974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109;p49">
                <a:extLst>
                  <a:ext uri="{FF2B5EF4-FFF2-40B4-BE49-F238E27FC236}">
                    <a16:creationId xmlns:a16="http://schemas.microsoft.com/office/drawing/2014/main" id="{E0ADD658-B033-5F9D-9433-5F7C03E1CAA1}"/>
                  </a:ext>
                </a:extLst>
              </p:cNvPr>
              <p:cNvSpPr/>
              <p:nvPr/>
            </p:nvSpPr>
            <p:spPr>
              <a:xfrm>
                <a:off x="62716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110;p49">
                <a:extLst>
                  <a:ext uri="{FF2B5EF4-FFF2-40B4-BE49-F238E27FC236}">
                    <a16:creationId xmlns:a16="http://schemas.microsoft.com/office/drawing/2014/main" id="{8FA94CCE-2542-875C-2EAF-1E44A7C7D69A}"/>
                  </a:ext>
                </a:extLst>
              </p:cNvPr>
              <p:cNvSpPr/>
              <p:nvPr/>
            </p:nvSpPr>
            <p:spPr>
              <a:xfrm>
                <a:off x="65458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111;p49">
                <a:extLst>
                  <a:ext uri="{FF2B5EF4-FFF2-40B4-BE49-F238E27FC236}">
                    <a16:creationId xmlns:a16="http://schemas.microsoft.com/office/drawing/2014/main" id="{8B452713-9271-1E22-22C9-45752B90EBBE}"/>
                  </a:ext>
                </a:extLst>
              </p:cNvPr>
              <p:cNvSpPr/>
              <p:nvPr/>
            </p:nvSpPr>
            <p:spPr>
              <a:xfrm>
                <a:off x="68200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112;p49">
                <a:extLst>
                  <a:ext uri="{FF2B5EF4-FFF2-40B4-BE49-F238E27FC236}">
                    <a16:creationId xmlns:a16="http://schemas.microsoft.com/office/drawing/2014/main" id="{8863A423-C088-3EC9-876D-EED53ACC77C5}"/>
                  </a:ext>
                </a:extLst>
              </p:cNvPr>
              <p:cNvSpPr/>
              <p:nvPr/>
            </p:nvSpPr>
            <p:spPr>
              <a:xfrm>
                <a:off x="70942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113;p49">
                <a:extLst>
                  <a:ext uri="{FF2B5EF4-FFF2-40B4-BE49-F238E27FC236}">
                    <a16:creationId xmlns:a16="http://schemas.microsoft.com/office/drawing/2014/main" id="{82695585-3CF7-CBAB-AA24-96479E01EA06}"/>
                  </a:ext>
                </a:extLst>
              </p:cNvPr>
              <p:cNvSpPr/>
              <p:nvPr/>
            </p:nvSpPr>
            <p:spPr>
              <a:xfrm>
                <a:off x="73684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114;p49">
                <a:extLst>
                  <a:ext uri="{FF2B5EF4-FFF2-40B4-BE49-F238E27FC236}">
                    <a16:creationId xmlns:a16="http://schemas.microsoft.com/office/drawing/2014/main" id="{63CF5F7F-B29A-C2F8-E2B6-863DD0D4DCF6}"/>
                  </a:ext>
                </a:extLst>
              </p:cNvPr>
              <p:cNvSpPr/>
              <p:nvPr/>
            </p:nvSpPr>
            <p:spPr>
              <a:xfrm>
                <a:off x="76426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115;p49">
                <a:extLst>
                  <a:ext uri="{FF2B5EF4-FFF2-40B4-BE49-F238E27FC236}">
                    <a16:creationId xmlns:a16="http://schemas.microsoft.com/office/drawing/2014/main" id="{D0B0A467-1EBF-AC08-99C2-853F1171A017}"/>
                  </a:ext>
                </a:extLst>
              </p:cNvPr>
              <p:cNvSpPr/>
              <p:nvPr/>
            </p:nvSpPr>
            <p:spPr>
              <a:xfrm>
                <a:off x="7916825" y="1707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116;p49">
                <a:extLst>
                  <a:ext uri="{FF2B5EF4-FFF2-40B4-BE49-F238E27FC236}">
                    <a16:creationId xmlns:a16="http://schemas.microsoft.com/office/drawing/2014/main" id="{9C4844B7-77DB-40C9-7A5A-59F9A6C2AE3E}"/>
                  </a:ext>
                </a:extLst>
              </p:cNvPr>
              <p:cNvSpPr/>
              <p:nvPr/>
            </p:nvSpPr>
            <p:spPr>
              <a:xfrm>
                <a:off x="54483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117;p49">
                <a:extLst>
                  <a:ext uri="{FF2B5EF4-FFF2-40B4-BE49-F238E27FC236}">
                    <a16:creationId xmlns:a16="http://schemas.microsoft.com/office/drawing/2014/main" id="{DA7C9526-1CEE-341A-B306-D327446C6B94}"/>
                  </a:ext>
                </a:extLst>
              </p:cNvPr>
              <p:cNvSpPr/>
              <p:nvPr/>
            </p:nvSpPr>
            <p:spPr>
              <a:xfrm>
                <a:off x="57225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118;p49">
                <a:extLst>
                  <a:ext uri="{FF2B5EF4-FFF2-40B4-BE49-F238E27FC236}">
                    <a16:creationId xmlns:a16="http://schemas.microsoft.com/office/drawing/2014/main" id="{ED6B32EA-278A-1848-DC68-CA38DBF5401A}"/>
                  </a:ext>
                </a:extLst>
              </p:cNvPr>
              <p:cNvSpPr/>
              <p:nvPr/>
            </p:nvSpPr>
            <p:spPr>
              <a:xfrm>
                <a:off x="59967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19;p49">
                <a:extLst>
                  <a:ext uri="{FF2B5EF4-FFF2-40B4-BE49-F238E27FC236}">
                    <a16:creationId xmlns:a16="http://schemas.microsoft.com/office/drawing/2014/main" id="{76FAA122-CE5E-9E3E-71DC-23A68F9DC02F}"/>
                  </a:ext>
                </a:extLst>
              </p:cNvPr>
              <p:cNvSpPr/>
              <p:nvPr/>
            </p:nvSpPr>
            <p:spPr>
              <a:xfrm>
                <a:off x="62709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20;p49">
                <a:extLst>
                  <a:ext uri="{FF2B5EF4-FFF2-40B4-BE49-F238E27FC236}">
                    <a16:creationId xmlns:a16="http://schemas.microsoft.com/office/drawing/2014/main" id="{C69E111E-12A8-3581-2157-37235C2AB9C2}"/>
                  </a:ext>
                </a:extLst>
              </p:cNvPr>
              <p:cNvSpPr/>
              <p:nvPr/>
            </p:nvSpPr>
            <p:spPr>
              <a:xfrm>
                <a:off x="65451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1;p49">
                <a:extLst>
                  <a:ext uri="{FF2B5EF4-FFF2-40B4-BE49-F238E27FC236}">
                    <a16:creationId xmlns:a16="http://schemas.microsoft.com/office/drawing/2014/main" id="{F97267CF-F860-C0AA-A922-08BF45754DFE}"/>
                  </a:ext>
                </a:extLst>
              </p:cNvPr>
              <p:cNvSpPr/>
              <p:nvPr/>
            </p:nvSpPr>
            <p:spPr>
              <a:xfrm>
                <a:off x="68193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22;p49">
                <a:extLst>
                  <a:ext uri="{FF2B5EF4-FFF2-40B4-BE49-F238E27FC236}">
                    <a16:creationId xmlns:a16="http://schemas.microsoft.com/office/drawing/2014/main" id="{A4FE9EA5-34F6-AA1C-3145-5AFFC48345FD}"/>
                  </a:ext>
                </a:extLst>
              </p:cNvPr>
              <p:cNvSpPr/>
              <p:nvPr/>
            </p:nvSpPr>
            <p:spPr>
              <a:xfrm>
                <a:off x="70935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23;p49">
                <a:extLst>
                  <a:ext uri="{FF2B5EF4-FFF2-40B4-BE49-F238E27FC236}">
                    <a16:creationId xmlns:a16="http://schemas.microsoft.com/office/drawing/2014/main" id="{3B6A8BC0-1FAE-8F5A-9788-1110D8EFE50B}"/>
                  </a:ext>
                </a:extLst>
              </p:cNvPr>
              <p:cNvSpPr/>
              <p:nvPr/>
            </p:nvSpPr>
            <p:spPr>
              <a:xfrm>
                <a:off x="73677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24;p49">
                <a:extLst>
                  <a:ext uri="{FF2B5EF4-FFF2-40B4-BE49-F238E27FC236}">
                    <a16:creationId xmlns:a16="http://schemas.microsoft.com/office/drawing/2014/main" id="{4EE4EBAB-AFD7-F7B8-8F0E-EDEB60BD67F7}"/>
                  </a:ext>
                </a:extLst>
              </p:cNvPr>
              <p:cNvSpPr/>
              <p:nvPr/>
            </p:nvSpPr>
            <p:spPr>
              <a:xfrm>
                <a:off x="76419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25;p49">
                <a:extLst>
                  <a:ext uri="{FF2B5EF4-FFF2-40B4-BE49-F238E27FC236}">
                    <a16:creationId xmlns:a16="http://schemas.microsoft.com/office/drawing/2014/main" id="{25337B48-4D1E-34E1-82E7-F5E38709B534}"/>
                  </a:ext>
                </a:extLst>
              </p:cNvPr>
              <p:cNvSpPr/>
              <p:nvPr/>
            </p:nvSpPr>
            <p:spPr>
              <a:xfrm>
                <a:off x="7916125" y="19815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26;p49">
                <a:extLst>
                  <a:ext uri="{FF2B5EF4-FFF2-40B4-BE49-F238E27FC236}">
                    <a16:creationId xmlns:a16="http://schemas.microsoft.com/office/drawing/2014/main" id="{ED8B6D90-9E66-5CB3-8E85-7F37126EC5C5}"/>
                  </a:ext>
                </a:extLst>
              </p:cNvPr>
              <p:cNvSpPr/>
              <p:nvPr/>
            </p:nvSpPr>
            <p:spPr>
              <a:xfrm>
                <a:off x="54483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27;p49">
                <a:extLst>
                  <a:ext uri="{FF2B5EF4-FFF2-40B4-BE49-F238E27FC236}">
                    <a16:creationId xmlns:a16="http://schemas.microsoft.com/office/drawing/2014/main" id="{118FE2C5-7F2D-F272-BAB0-2DDF6EADAEB1}"/>
                  </a:ext>
                </a:extLst>
              </p:cNvPr>
              <p:cNvSpPr/>
              <p:nvPr/>
            </p:nvSpPr>
            <p:spPr>
              <a:xfrm>
                <a:off x="57225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28;p49">
                <a:extLst>
                  <a:ext uri="{FF2B5EF4-FFF2-40B4-BE49-F238E27FC236}">
                    <a16:creationId xmlns:a16="http://schemas.microsoft.com/office/drawing/2014/main" id="{DF615BC0-DCB6-F09B-4BD8-6AC164801221}"/>
                  </a:ext>
                </a:extLst>
              </p:cNvPr>
              <p:cNvSpPr/>
              <p:nvPr/>
            </p:nvSpPr>
            <p:spPr>
              <a:xfrm>
                <a:off x="59967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129;p49">
                <a:extLst>
                  <a:ext uri="{FF2B5EF4-FFF2-40B4-BE49-F238E27FC236}">
                    <a16:creationId xmlns:a16="http://schemas.microsoft.com/office/drawing/2014/main" id="{A4E8CBF4-3219-3A02-6895-E32E235B546A}"/>
                  </a:ext>
                </a:extLst>
              </p:cNvPr>
              <p:cNvSpPr/>
              <p:nvPr/>
            </p:nvSpPr>
            <p:spPr>
              <a:xfrm>
                <a:off x="62709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130;p49">
                <a:extLst>
                  <a:ext uri="{FF2B5EF4-FFF2-40B4-BE49-F238E27FC236}">
                    <a16:creationId xmlns:a16="http://schemas.microsoft.com/office/drawing/2014/main" id="{5EBA128A-BB81-CEEF-DC5C-5C939717BDBD}"/>
                  </a:ext>
                </a:extLst>
              </p:cNvPr>
              <p:cNvSpPr/>
              <p:nvPr/>
            </p:nvSpPr>
            <p:spPr>
              <a:xfrm>
                <a:off x="65451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131;p49">
                <a:extLst>
                  <a:ext uri="{FF2B5EF4-FFF2-40B4-BE49-F238E27FC236}">
                    <a16:creationId xmlns:a16="http://schemas.microsoft.com/office/drawing/2014/main" id="{C7D11F19-0A31-58DE-B0A4-F1E163DE823E}"/>
                  </a:ext>
                </a:extLst>
              </p:cNvPr>
              <p:cNvSpPr/>
              <p:nvPr/>
            </p:nvSpPr>
            <p:spPr>
              <a:xfrm>
                <a:off x="68193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132;p49">
                <a:extLst>
                  <a:ext uri="{FF2B5EF4-FFF2-40B4-BE49-F238E27FC236}">
                    <a16:creationId xmlns:a16="http://schemas.microsoft.com/office/drawing/2014/main" id="{6B46B5AB-3A66-8BDA-869A-6AB6CBACEC8C}"/>
                  </a:ext>
                </a:extLst>
              </p:cNvPr>
              <p:cNvSpPr/>
              <p:nvPr/>
            </p:nvSpPr>
            <p:spPr>
              <a:xfrm>
                <a:off x="70935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133;p49">
                <a:extLst>
                  <a:ext uri="{FF2B5EF4-FFF2-40B4-BE49-F238E27FC236}">
                    <a16:creationId xmlns:a16="http://schemas.microsoft.com/office/drawing/2014/main" id="{35E3878F-9210-C1F4-A0ED-5ABFE23ADAA1}"/>
                  </a:ext>
                </a:extLst>
              </p:cNvPr>
              <p:cNvSpPr/>
              <p:nvPr/>
            </p:nvSpPr>
            <p:spPr>
              <a:xfrm>
                <a:off x="73677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134;p49">
                <a:extLst>
                  <a:ext uri="{FF2B5EF4-FFF2-40B4-BE49-F238E27FC236}">
                    <a16:creationId xmlns:a16="http://schemas.microsoft.com/office/drawing/2014/main" id="{DAB82396-682C-6722-1CC6-16B4F3383BF4}"/>
                  </a:ext>
                </a:extLst>
              </p:cNvPr>
              <p:cNvSpPr/>
              <p:nvPr/>
            </p:nvSpPr>
            <p:spPr>
              <a:xfrm>
                <a:off x="76419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135;p49">
                <a:extLst>
                  <a:ext uri="{FF2B5EF4-FFF2-40B4-BE49-F238E27FC236}">
                    <a16:creationId xmlns:a16="http://schemas.microsoft.com/office/drawing/2014/main" id="{8006B8AA-3F12-1DC1-4B47-B09836D0E87A}"/>
                  </a:ext>
                </a:extLst>
              </p:cNvPr>
              <p:cNvSpPr/>
              <p:nvPr/>
            </p:nvSpPr>
            <p:spPr>
              <a:xfrm>
                <a:off x="7916125" y="22557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136;p49">
                <a:extLst>
                  <a:ext uri="{FF2B5EF4-FFF2-40B4-BE49-F238E27FC236}">
                    <a16:creationId xmlns:a16="http://schemas.microsoft.com/office/drawing/2014/main" id="{40FB74E0-4DBD-75B2-1710-D7E7F3459200}"/>
                  </a:ext>
                </a:extLst>
              </p:cNvPr>
              <p:cNvSpPr/>
              <p:nvPr/>
            </p:nvSpPr>
            <p:spPr>
              <a:xfrm>
                <a:off x="54490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137;p49">
                <a:extLst>
                  <a:ext uri="{FF2B5EF4-FFF2-40B4-BE49-F238E27FC236}">
                    <a16:creationId xmlns:a16="http://schemas.microsoft.com/office/drawing/2014/main" id="{F5FFA0A7-2A4E-ED19-3237-1422ED17DBC9}"/>
                  </a:ext>
                </a:extLst>
              </p:cNvPr>
              <p:cNvSpPr/>
              <p:nvPr/>
            </p:nvSpPr>
            <p:spPr>
              <a:xfrm>
                <a:off x="57232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138;p49">
                <a:extLst>
                  <a:ext uri="{FF2B5EF4-FFF2-40B4-BE49-F238E27FC236}">
                    <a16:creationId xmlns:a16="http://schemas.microsoft.com/office/drawing/2014/main" id="{42782D7A-458D-1293-B88E-88E0F751C477}"/>
                  </a:ext>
                </a:extLst>
              </p:cNvPr>
              <p:cNvSpPr/>
              <p:nvPr/>
            </p:nvSpPr>
            <p:spPr>
              <a:xfrm>
                <a:off x="59974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139;p49">
                <a:extLst>
                  <a:ext uri="{FF2B5EF4-FFF2-40B4-BE49-F238E27FC236}">
                    <a16:creationId xmlns:a16="http://schemas.microsoft.com/office/drawing/2014/main" id="{569D6F49-952F-236E-A43F-9B6201DAEAB0}"/>
                  </a:ext>
                </a:extLst>
              </p:cNvPr>
              <p:cNvSpPr/>
              <p:nvPr/>
            </p:nvSpPr>
            <p:spPr>
              <a:xfrm>
                <a:off x="62716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140;p49">
                <a:extLst>
                  <a:ext uri="{FF2B5EF4-FFF2-40B4-BE49-F238E27FC236}">
                    <a16:creationId xmlns:a16="http://schemas.microsoft.com/office/drawing/2014/main" id="{C22D7DA8-BBFF-F3BB-6C1F-4E6D141BC4D8}"/>
                  </a:ext>
                </a:extLst>
              </p:cNvPr>
              <p:cNvSpPr/>
              <p:nvPr/>
            </p:nvSpPr>
            <p:spPr>
              <a:xfrm>
                <a:off x="65458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141;p49">
                <a:extLst>
                  <a:ext uri="{FF2B5EF4-FFF2-40B4-BE49-F238E27FC236}">
                    <a16:creationId xmlns:a16="http://schemas.microsoft.com/office/drawing/2014/main" id="{2F3CE6FD-4511-597A-B569-8B4347382F6B}"/>
                  </a:ext>
                </a:extLst>
              </p:cNvPr>
              <p:cNvSpPr/>
              <p:nvPr/>
            </p:nvSpPr>
            <p:spPr>
              <a:xfrm>
                <a:off x="68200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142;p49">
                <a:extLst>
                  <a:ext uri="{FF2B5EF4-FFF2-40B4-BE49-F238E27FC236}">
                    <a16:creationId xmlns:a16="http://schemas.microsoft.com/office/drawing/2014/main" id="{D88FD872-4702-DFE2-6429-56D421139983}"/>
                  </a:ext>
                </a:extLst>
              </p:cNvPr>
              <p:cNvSpPr/>
              <p:nvPr/>
            </p:nvSpPr>
            <p:spPr>
              <a:xfrm>
                <a:off x="70942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143;p49">
                <a:extLst>
                  <a:ext uri="{FF2B5EF4-FFF2-40B4-BE49-F238E27FC236}">
                    <a16:creationId xmlns:a16="http://schemas.microsoft.com/office/drawing/2014/main" id="{184A1F77-F360-D169-989A-DA8EDC5638DD}"/>
                  </a:ext>
                </a:extLst>
              </p:cNvPr>
              <p:cNvSpPr/>
              <p:nvPr/>
            </p:nvSpPr>
            <p:spPr>
              <a:xfrm>
                <a:off x="73684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144;p49">
                <a:extLst>
                  <a:ext uri="{FF2B5EF4-FFF2-40B4-BE49-F238E27FC236}">
                    <a16:creationId xmlns:a16="http://schemas.microsoft.com/office/drawing/2014/main" id="{4A4DA5FD-2E49-4761-AAA8-0A73F6CD9273}"/>
                  </a:ext>
                </a:extLst>
              </p:cNvPr>
              <p:cNvSpPr/>
              <p:nvPr/>
            </p:nvSpPr>
            <p:spPr>
              <a:xfrm>
                <a:off x="76426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145;p49">
                <a:extLst>
                  <a:ext uri="{FF2B5EF4-FFF2-40B4-BE49-F238E27FC236}">
                    <a16:creationId xmlns:a16="http://schemas.microsoft.com/office/drawing/2014/main" id="{7376B1BE-BF1A-6B02-78C0-B4E9838DE822}"/>
                  </a:ext>
                </a:extLst>
              </p:cNvPr>
              <p:cNvSpPr/>
              <p:nvPr/>
            </p:nvSpPr>
            <p:spPr>
              <a:xfrm>
                <a:off x="7916825" y="25299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146;p49">
                <a:extLst>
                  <a:ext uri="{FF2B5EF4-FFF2-40B4-BE49-F238E27FC236}">
                    <a16:creationId xmlns:a16="http://schemas.microsoft.com/office/drawing/2014/main" id="{4A4D3347-D5EA-CA44-03AC-D43BE7B67C4D}"/>
                  </a:ext>
                </a:extLst>
              </p:cNvPr>
              <p:cNvSpPr/>
              <p:nvPr/>
            </p:nvSpPr>
            <p:spPr>
              <a:xfrm>
                <a:off x="54490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147;p49">
                <a:extLst>
                  <a:ext uri="{FF2B5EF4-FFF2-40B4-BE49-F238E27FC236}">
                    <a16:creationId xmlns:a16="http://schemas.microsoft.com/office/drawing/2014/main" id="{0BD195EA-D3CE-4BA0-224B-68B0A5EF97BF}"/>
                  </a:ext>
                </a:extLst>
              </p:cNvPr>
              <p:cNvSpPr/>
              <p:nvPr/>
            </p:nvSpPr>
            <p:spPr>
              <a:xfrm>
                <a:off x="57232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148;p49">
                <a:extLst>
                  <a:ext uri="{FF2B5EF4-FFF2-40B4-BE49-F238E27FC236}">
                    <a16:creationId xmlns:a16="http://schemas.microsoft.com/office/drawing/2014/main" id="{0C9C1FF8-C7D3-C37E-8072-E541C7922D28}"/>
                  </a:ext>
                </a:extLst>
              </p:cNvPr>
              <p:cNvSpPr/>
              <p:nvPr/>
            </p:nvSpPr>
            <p:spPr>
              <a:xfrm>
                <a:off x="59974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149;p49">
                <a:extLst>
                  <a:ext uri="{FF2B5EF4-FFF2-40B4-BE49-F238E27FC236}">
                    <a16:creationId xmlns:a16="http://schemas.microsoft.com/office/drawing/2014/main" id="{5D0B62A2-0637-9EEC-AB96-4427F07BA73F}"/>
                  </a:ext>
                </a:extLst>
              </p:cNvPr>
              <p:cNvSpPr/>
              <p:nvPr/>
            </p:nvSpPr>
            <p:spPr>
              <a:xfrm>
                <a:off x="62716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150;p49">
                <a:extLst>
                  <a:ext uri="{FF2B5EF4-FFF2-40B4-BE49-F238E27FC236}">
                    <a16:creationId xmlns:a16="http://schemas.microsoft.com/office/drawing/2014/main" id="{3B28B44D-D51B-AC09-397F-98A843804E02}"/>
                  </a:ext>
                </a:extLst>
              </p:cNvPr>
              <p:cNvSpPr/>
              <p:nvPr/>
            </p:nvSpPr>
            <p:spPr>
              <a:xfrm>
                <a:off x="65458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151;p49">
                <a:extLst>
                  <a:ext uri="{FF2B5EF4-FFF2-40B4-BE49-F238E27FC236}">
                    <a16:creationId xmlns:a16="http://schemas.microsoft.com/office/drawing/2014/main" id="{FE41082E-41FD-00E8-C442-D0CD6903DC14}"/>
                  </a:ext>
                </a:extLst>
              </p:cNvPr>
              <p:cNvSpPr/>
              <p:nvPr/>
            </p:nvSpPr>
            <p:spPr>
              <a:xfrm>
                <a:off x="68200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152;p49">
                <a:extLst>
                  <a:ext uri="{FF2B5EF4-FFF2-40B4-BE49-F238E27FC236}">
                    <a16:creationId xmlns:a16="http://schemas.microsoft.com/office/drawing/2014/main" id="{628ED7D4-0D62-D22E-EB0B-58A578242850}"/>
                  </a:ext>
                </a:extLst>
              </p:cNvPr>
              <p:cNvSpPr/>
              <p:nvPr/>
            </p:nvSpPr>
            <p:spPr>
              <a:xfrm>
                <a:off x="70942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153;p49">
                <a:extLst>
                  <a:ext uri="{FF2B5EF4-FFF2-40B4-BE49-F238E27FC236}">
                    <a16:creationId xmlns:a16="http://schemas.microsoft.com/office/drawing/2014/main" id="{E71A6618-2AC2-0FA7-EEA8-487A03C1F962}"/>
                  </a:ext>
                </a:extLst>
              </p:cNvPr>
              <p:cNvSpPr/>
              <p:nvPr/>
            </p:nvSpPr>
            <p:spPr>
              <a:xfrm>
                <a:off x="73684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154;p49">
                <a:extLst>
                  <a:ext uri="{FF2B5EF4-FFF2-40B4-BE49-F238E27FC236}">
                    <a16:creationId xmlns:a16="http://schemas.microsoft.com/office/drawing/2014/main" id="{08CB0A4E-3099-1522-7F6A-8CED5B635283}"/>
                  </a:ext>
                </a:extLst>
              </p:cNvPr>
              <p:cNvSpPr/>
              <p:nvPr/>
            </p:nvSpPr>
            <p:spPr>
              <a:xfrm>
                <a:off x="76426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155;p49">
                <a:extLst>
                  <a:ext uri="{FF2B5EF4-FFF2-40B4-BE49-F238E27FC236}">
                    <a16:creationId xmlns:a16="http://schemas.microsoft.com/office/drawing/2014/main" id="{8628DE3E-973A-0FC4-D398-F6AAA469D1A7}"/>
                  </a:ext>
                </a:extLst>
              </p:cNvPr>
              <p:cNvSpPr/>
              <p:nvPr/>
            </p:nvSpPr>
            <p:spPr>
              <a:xfrm>
                <a:off x="7916825" y="28041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156;p49">
                <a:extLst>
                  <a:ext uri="{FF2B5EF4-FFF2-40B4-BE49-F238E27FC236}">
                    <a16:creationId xmlns:a16="http://schemas.microsoft.com/office/drawing/2014/main" id="{5A735608-20E2-1935-468C-95A558A35C2C}"/>
                  </a:ext>
                </a:extLst>
              </p:cNvPr>
              <p:cNvSpPr/>
              <p:nvPr/>
            </p:nvSpPr>
            <p:spPr>
              <a:xfrm>
                <a:off x="5449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157;p49">
                <a:extLst>
                  <a:ext uri="{FF2B5EF4-FFF2-40B4-BE49-F238E27FC236}">
                    <a16:creationId xmlns:a16="http://schemas.microsoft.com/office/drawing/2014/main" id="{B328BF0A-47B7-1D44-B0CF-91AABA3317BC}"/>
                  </a:ext>
                </a:extLst>
              </p:cNvPr>
              <p:cNvSpPr/>
              <p:nvPr/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158;p49">
                <a:extLst>
                  <a:ext uri="{FF2B5EF4-FFF2-40B4-BE49-F238E27FC236}">
                    <a16:creationId xmlns:a16="http://schemas.microsoft.com/office/drawing/2014/main" id="{754D197C-50EF-25DF-9F09-CE7315EEE0D2}"/>
                  </a:ext>
                </a:extLst>
              </p:cNvPr>
              <p:cNvSpPr/>
              <p:nvPr/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159;p49">
                <a:extLst>
                  <a:ext uri="{FF2B5EF4-FFF2-40B4-BE49-F238E27FC236}">
                    <a16:creationId xmlns:a16="http://schemas.microsoft.com/office/drawing/2014/main" id="{153CFDED-6141-03E7-9166-701494414D96}"/>
                  </a:ext>
                </a:extLst>
              </p:cNvPr>
              <p:cNvSpPr/>
              <p:nvPr/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160;p49">
                <a:extLst>
                  <a:ext uri="{FF2B5EF4-FFF2-40B4-BE49-F238E27FC236}">
                    <a16:creationId xmlns:a16="http://schemas.microsoft.com/office/drawing/2014/main" id="{85FAF7F6-00CC-BA12-3FF3-0FD18CB5F4D4}"/>
                  </a:ext>
                </a:extLst>
              </p:cNvPr>
              <p:cNvSpPr/>
              <p:nvPr/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161;p49">
                <a:extLst>
                  <a:ext uri="{FF2B5EF4-FFF2-40B4-BE49-F238E27FC236}">
                    <a16:creationId xmlns:a16="http://schemas.microsoft.com/office/drawing/2014/main" id="{00518E76-3457-B8B1-3867-44B2EFD492B4}"/>
                  </a:ext>
                </a:extLst>
              </p:cNvPr>
              <p:cNvSpPr/>
              <p:nvPr/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162;p49">
                <a:extLst>
                  <a:ext uri="{FF2B5EF4-FFF2-40B4-BE49-F238E27FC236}">
                    <a16:creationId xmlns:a16="http://schemas.microsoft.com/office/drawing/2014/main" id="{72C56015-EEC9-184E-A040-20EF8AA16C3C}"/>
                  </a:ext>
                </a:extLst>
              </p:cNvPr>
              <p:cNvSpPr/>
              <p:nvPr/>
            </p:nvSpPr>
            <p:spPr>
              <a:xfrm>
                <a:off x="7094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163;p49">
                <a:extLst>
                  <a:ext uri="{FF2B5EF4-FFF2-40B4-BE49-F238E27FC236}">
                    <a16:creationId xmlns:a16="http://schemas.microsoft.com/office/drawing/2014/main" id="{48FB18E5-E36C-08BF-FC66-2827018E8309}"/>
                  </a:ext>
                </a:extLst>
              </p:cNvPr>
              <p:cNvSpPr/>
              <p:nvPr/>
            </p:nvSpPr>
            <p:spPr>
              <a:xfrm>
                <a:off x="7368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164;p49">
                <a:extLst>
                  <a:ext uri="{FF2B5EF4-FFF2-40B4-BE49-F238E27FC236}">
                    <a16:creationId xmlns:a16="http://schemas.microsoft.com/office/drawing/2014/main" id="{8A978A9B-FBF7-25D6-1D88-F93372B454B6}"/>
                  </a:ext>
                </a:extLst>
              </p:cNvPr>
              <p:cNvSpPr/>
              <p:nvPr/>
            </p:nvSpPr>
            <p:spPr>
              <a:xfrm>
                <a:off x="7642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165;p49">
                <a:extLst>
                  <a:ext uri="{FF2B5EF4-FFF2-40B4-BE49-F238E27FC236}">
                    <a16:creationId xmlns:a16="http://schemas.microsoft.com/office/drawing/2014/main" id="{46E3E384-26C3-1933-9201-FC6B56CDBD19}"/>
                  </a:ext>
                </a:extLst>
              </p:cNvPr>
              <p:cNvSpPr/>
              <p:nvPr/>
            </p:nvSpPr>
            <p:spPr>
              <a:xfrm>
                <a:off x="7916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3166;p49">
              <a:extLst>
                <a:ext uri="{FF2B5EF4-FFF2-40B4-BE49-F238E27FC236}">
                  <a16:creationId xmlns:a16="http://schemas.microsoft.com/office/drawing/2014/main" id="{1D5F8399-56C0-DE62-F538-939B31577C5B}"/>
                </a:ext>
              </a:extLst>
            </p:cNvPr>
            <p:cNvGrpSpPr/>
            <p:nvPr/>
          </p:nvGrpSpPr>
          <p:grpSpPr>
            <a:xfrm>
              <a:off x="5274478" y="161353"/>
              <a:ext cx="530699" cy="507709"/>
              <a:chOff x="5448325" y="610550"/>
              <a:chExt cx="823300" cy="822600"/>
            </a:xfrm>
          </p:grpSpPr>
          <p:sp>
            <p:nvSpPr>
              <p:cNvPr id="248" name="Google Shape;3167;p49">
                <a:extLst>
                  <a:ext uri="{FF2B5EF4-FFF2-40B4-BE49-F238E27FC236}">
                    <a16:creationId xmlns:a16="http://schemas.microsoft.com/office/drawing/2014/main" id="{1230F86D-06DF-7B4E-373F-55CD0A345711}"/>
                  </a:ext>
                </a:extLst>
              </p:cNvPr>
              <p:cNvSpPr/>
              <p:nvPr/>
            </p:nvSpPr>
            <p:spPr>
              <a:xfrm>
                <a:off x="5448325" y="6105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3168;p49">
                <a:extLst>
                  <a:ext uri="{FF2B5EF4-FFF2-40B4-BE49-F238E27FC236}">
                    <a16:creationId xmlns:a16="http://schemas.microsoft.com/office/drawing/2014/main" id="{1128A5D0-19AF-5FBE-7010-9124B390E35B}"/>
                  </a:ext>
                </a:extLst>
              </p:cNvPr>
              <p:cNvSpPr/>
              <p:nvPr/>
            </p:nvSpPr>
            <p:spPr>
              <a:xfrm>
                <a:off x="5722525" y="6105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3169;p49">
                <a:extLst>
                  <a:ext uri="{FF2B5EF4-FFF2-40B4-BE49-F238E27FC236}">
                    <a16:creationId xmlns:a16="http://schemas.microsoft.com/office/drawing/2014/main" id="{1D8E75F0-671F-0893-54E1-576C174CDA61}"/>
                  </a:ext>
                </a:extLst>
              </p:cNvPr>
              <p:cNvSpPr/>
              <p:nvPr/>
            </p:nvSpPr>
            <p:spPr>
              <a:xfrm>
                <a:off x="5996725" y="6105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3170;p49">
                <a:extLst>
                  <a:ext uri="{FF2B5EF4-FFF2-40B4-BE49-F238E27FC236}">
                    <a16:creationId xmlns:a16="http://schemas.microsoft.com/office/drawing/2014/main" id="{5E7AE8FC-3D57-D463-061B-5EE8362F5176}"/>
                  </a:ext>
                </a:extLst>
              </p:cNvPr>
              <p:cNvSpPr/>
              <p:nvPr/>
            </p:nvSpPr>
            <p:spPr>
              <a:xfrm>
                <a:off x="5448325" y="8847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3171;p49">
                <a:extLst>
                  <a:ext uri="{FF2B5EF4-FFF2-40B4-BE49-F238E27FC236}">
                    <a16:creationId xmlns:a16="http://schemas.microsoft.com/office/drawing/2014/main" id="{28D02D28-5171-A260-CCD7-A97764C4171E}"/>
                  </a:ext>
                </a:extLst>
              </p:cNvPr>
              <p:cNvSpPr/>
              <p:nvPr/>
            </p:nvSpPr>
            <p:spPr>
              <a:xfrm>
                <a:off x="5722525" y="8847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3172;p49">
                <a:extLst>
                  <a:ext uri="{FF2B5EF4-FFF2-40B4-BE49-F238E27FC236}">
                    <a16:creationId xmlns:a16="http://schemas.microsoft.com/office/drawing/2014/main" id="{C91A6B93-DD79-F7D0-D82F-99FAC96AA847}"/>
                  </a:ext>
                </a:extLst>
              </p:cNvPr>
              <p:cNvSpPr/>
              <p:nvPr/>
            </p:nvSpPr>
            <p:spPr>
              <a:xfrm>
                <a:off x="5996725" y="8847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3173;p49">
                <a:extLst>
                  <a:ext uri="{FF2B5EF4-FFF2-40B4-BE49-F238E27FC236}">
                    <a16:creationId xmlns:a16="http://schemas.microsoft.com/office/drawing/2014/main" id="{34C301C2-2DE4-58CC-9143-B4B488480FF7}"/>
                  </a:ext>
                </a:extLst>
              </p:cNvPr>
              <p:cNvSpPr/>
              <p:nvPr/>
            </p:nvSpPr>
            <p:spPr>
              <a:xfrm>
                <a:off x="5449025" y="11589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3174;p49">
                <a:extLst>
                  <a:ext uri="{FF2B5EF4-FFF2-40B4-BE49-F238E27FC236}">
                    <a16:creationId xmlns:a16="http://schemas.microsoft.com/office/drawing/2014/main" id="{D0CA71E0-E5A1-E64F-C868-5783DE0ED6AE}"/>
                  </a:ext>
                </a:extLst>
              </p:cNvPr>
              <p:cNvSpPr/>
              <p:nvPr/>
            </p:nvSpPr>
            <p:spPr>
              <a:xfrm>
                <a:off x="5723225" y="11589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3175;p49">
                <a:extLst>
                  <a:ext uri="{FF2B5EF4-FFF2-40B4-BE49-F238E27FC236}">
                    <a16:creationId xmlns:a16="http://schemas.microsoft.com/office/drawing/2014/main" id="{A73E8B55-4097-E36B-1E6A-0103198F1299}"/>
                  </a:ext>
                </a:extLst>
              </p:cNvPr>
              <p:cNvSpPr/>
              <p:nvPr/>
            </p:nvSpPr>
            <p:spPr>
              <a:xfrm>
                <a:off x="5997425" y="1158950"/>
                <a:ext cx="274200" cy="2742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45" name="Google Shape;3176;p49">
              <a:extLst>
                <a:ext uri="{FF2B5EF4-FFF2-40B4-BE49-F238E27FC236}">
                  <a16:creationId xmlns:a16="http://schemas.microsoft.com/office/drawing/2014/main" id="{D1420A3D-65AD-034B-B72B-CB052AF32118}"/>
                </a:ext>
              </a:extLst>
            </p:cNvPr>
            <p:cNvCxnSpPr/>
            <p:nvPr/>
          </p:nvCxnSpPr>
          <p:spPr>
            <a:xfrm>
              <a:off x="5812625" y="669125"/>
              <a:ext cx="606000" cy="580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3177;p49">
              <a:extLst>
                <a:ext uri="{FF2B5EF4-FFF2-40B4-BE49-F238E27FC236}">
                  <a16:creationId xmlns:a16="http://schemas.microsoft.com/office/drawing/2014/main" id="{723F877F-2A31-D283-51B7-7F9906E2AC69}"/>
                </a:ext>
              </a:extLst>
            </p:cNvPr>
            <p:cNvCxnSpPr/>
            <p:nvPr/>
          </p:nvCxnSpPr>
          <p:spPr>
            <a:xfrm>
              <a:off x="5281625" y="681050"/>
              <a:ext cx="609300" cy="564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3178;p49">
              <a:extLst>
                <a:ext uri="{FF2B5EF4-FFF2-40B4-BE49-F238E27FC236}">
                  <a16:creationId xmlns:a16="http://schemas.microsoft.com/office/drawing/2014/main" id="{A611E261-44AC-2BAC-5C77-D59CE40F665B}"/>
                </a:ext>
              </a:extLst>
            </p:cNvPr>
            <p:cNvCxnSpPr/>
            <p:nvPr/>
          </p:nvCxnSpPr>
          <p:spPr>
            <a:xfrm>
              <a:off x="5812625" y="166700"/>
              <a:ext cx="617400" cy="57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7F148D84-E44F-3E45-4AA9-8C6BD9D999B9}"/>
              </a:ext>
            </a:extLst>
          </p:cNvPr>
          <p:cNvSpPr txBox="1"/>
          <p:nvPr/>
        </p:nvSpPr>
        <p:spPr>
          <a:xfrm>
            <a:off x="5778500" y="4504188"/>
            <a:ext cx="10922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slide 44 large grid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  <p:grpSp>
        <p:nvGrpSpPr>
          <p:cNvPr id="358" name="Google Shape;272;p21">
            <a:extLst>
              <a:ext uri="{FF2B5EF4-FFF2-40B4-BE49-F238E27FC236}">
                <a16:creationId xmlns:a16="http://schemas.microsoft.com/office/drawing/2014/main" id="{20EC21B4-E2A9-60D5-4040-19DF6A1A7D44}"/>
              </a:ext>
            </a:extLst>
          </p:cNvPr>
          <p:cNvGrpSpPr/>
          <p:nvPr/>
        </p:nvGrpSpPr>
        <p:grpSpPr>
          <a:xfrm>
            <a:off x="7556500" y="3149600"/>
            <a:ext cx="990600" cy="990600"/>
            <a:chOff x="608609" y="2370079"/>
            <a:chExt cx="458224" cy="523616"/>
          </a:xfrm>
        </p:grpSpPr>
        <p:grpSp>
          <p:nvGrpSpPr>
            <p:cNvPr id="359" name="Google Shape;273;p21">
              <a:extLst>
                <a:ext uri="{FF2B5EF4-FFF2-40B4-BE49-F238E27FC236}">
                  <a16:creationId xmlns:a16="http://schemas.microsoft.com/office/drawing/2014/main" id="{1A13F31A-62F5-D597-5836-121C683CB174}"/>
                </a:ext>
              </a:extLst>
            </p:cNvPr>
            <p:cNvGrpSpPr/>
            <p:nvPr/>
          </p:nvGrpSpPr>
          <p:grpSpPr>
            <a:xfrm>
              <a:off x="608609" y="2665704"/>
              <a:ext cx="458224" cy="227991"/>
              <a:chOff x="5668659" y="1713442"/>
              <a:chExt cx="458224" cy="227991"/>
            </a:xfrm>
          </p:grpSpPr>
          <p:grpSp>
            <p:nvGrpSpPr>
              <p:cNvPr id="382" name="Google Shape;274;p21">
                <a:extLst>
                  <a:ext uri="{FF2B5EF4-FFF2-40B4-BE49-F238E27FC236}">
                    <a16:creationId xmlns:a16="http://schemas.microsoft.com/office/drawing/2014/main" id="{8F9D2C9A-8932-DD70-9AF3-6DF5864A16C6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390" name="Google Shape;275;p21">
                  <a:extLst>
                    <a:ext uri="{FF2B5EF4-FFF2-40B4-BE49-F238E27FC236}">
                      <a16:creationId xmlns:a16="http://schemas.microsoft.com/office/drawing/2014/main" id="{85A1B32A-0AC6-A461-70B0-4B3F52B43A43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276;p21">
                  <a:extLst>
                    <a:ext uri="{FF2B5EF4-FFF2-40B4-BE49-F238E27FC236}">
                      <a16:creationId xmlns:a16="http://schemas.microsoft.com/office/drawing/2014/main" id="{12F6DE1C-99F1-FD6C-1E35-1408408A4A31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3" name="Google Shape;277;p21">
                <a:extLst>
                  <a:ext uri="{FF2B5EF4-FFF2-40B4-BE49-F238E27FC236}">
                    <a16:creationId xmlns:a16="http://schemas.microsoft.com/office/drawing/2014/main" id="{3ADC36F1-ECF1-1238-E269-A25E3828E038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387" name="Google Shape;278;p21">
                  <a:extLst>
                    <a:ext uri="{FF2B5EF4-FFF2-40B4-BE49-F238E27FC236}">
                      <a16:creationId xmlns:a16="http://schemas.microsoft.com/office/drawing/2014/main" id="{09389D44-5A89-001F-9680-917AB2BF3D92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279;p21">
                  <a:extLst>
                    <a:ext uri="{FF2B5EF4-FFF2-40B4-BE49-F238E27FC236}">
                      <a16:creationId xmlns:a16="http://schemas.microsoft.com/office/drawing/2014/main" id="{0EFF7C97-EDA9-E63D-45AB-F4AAEBED84D0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280;p21">
                  <a:extLst>
                    <a:ext uri="{FF2B5EF4-FFF2-40B4-BE49-F238E27FC236}">
                      <a16:creationId xmlns:a16="http://schemas.microsoft.com/office/drawing/2014/main" id="{0D7C6A56-0CF1-DF61-4833-716B45ED9344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84" name="Google Shape;281;p21">
                <a:extLst>
                  <a:ext uri="{FF2B5EF4-FFF2-40B4-BE49-F238E27FC236}">
                    <a16:creationId xmlns:a16="http://schemas.microsoft.com/office/drawing/2014/main" id="{9BFB1AFC-4769-1B01-A028-949025A29E17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385" name="Google Shape;282;p21">
                  <a:extLst>
                    <a:ext uri="{FF2B5EF4-FFF2-40B4-BE49-F238E27FC236}">
                      <a16:creationId xmlns:a16="http://schemas.microsoft.com/office/drawing/2014/main" id="{4D7CC2C4-FB87-8021-61E8-E8929CAD7B0C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283;p21">
                  <a:extLst>
                    <a:ext uri="{FF2B5EF4-FFF2-40B4-BE49-F238E27FC236}">
                      <a16:creationId xmlns:a16="http://schemas.microsoft.com/office/drawing/2014/main" id="{3060C41F-B5D1-747B-159A-50B6B35D3FC8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60" name="Google Shape;284;p21">
              <a:extLst>
                <a:ext uri="{FF2B5EF4-FFF2-40B4-BE49-F238E27FC236}">
                  <a16:creationId xmlns:a16="http://schemas.microsoft.com/office/drawing/2014/main" id="{0D03EAFC-4B3E-6EE4-7392-423876DCC05D}"/>
                </a:ext>
              </a:extLst>
            </p:cNvPr>
            <p:cNvGrpSpPr/>
            <p:nvPr/>
          </p:nvGrpSpPr>
          <p:grpSpPr>
            <a:xfrm>
              <a:off x="608609" y="2511879"/>
              <a:ext cx="458224" cy="227991"/>
              <a:chOff x="5668659" y="1713442"/>
              <a:chExt cx="458224" cy="227991"/>
            </a:xfrm>
          </p:grpSpPr>
          <p:grpSp>
            <p:nvGrpSpPr>
              <p:cNvPr id="372" name="Google Shape;285;p21">
                <a:extLst>
                  <a:ext uri="{FF2B5EF4-FFF2-40B4-BE49-F238E27FC236}">
                    <a16:creationId xmlns:a16="http://schemas.microsoft.com/office/drawing/2014/main" id="{F2D60A93-DBFD-6588-A4E1-01864661DEA1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380" name="Google Shape;286;p21">
                  <a:extLst>
                    <a:ext uri="{FF2B5EF4-FFF2-40B4-BE49-F238E27FC236}">
                      <a16:creationId xmlns:a16="http://schemas.microsoft.com/office/drawing/2014/main" id="{D559A6C1-C7D0-248B-62F1-93CB31F4C99F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" name="Google Shape;287;p21">
                  <a:extLst>
                    <a:ext uri="{FF2B5EF4-FFF2-40B4-BE49-F238E27FC236}">
                      <a16:creationId xmlns:a16="http://schemas.microsoft.com/office/drawing/2014/main" id="{64E70D71-FB7E-A7DB-95FA-3B7F67227879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3" name="Google Shape;288;p21">
                <a:extLst>
                  <a:ext uri="{FF2B5EF4-FFF2-40B4-BE49-F238E27FC236}">
                    <a16:creationId xmlns:a16="http://schemas.microsoft.com/office/drawing/2014/main" id="{4A392D2B-64FA-6345-75C2-37D124DB96B1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377" name="Google Shape;289;p21">
                  <a:extLst>
                    <a:ext uri="{FF2B5EF4-FFF2-40B4-BE49-F238E27FC236}">
                      <a16:creationId xmlns:a16="http://schemas.microsoft.com/office/drawing/2014/main" id="{AD4C7E82-894E-122F-BEDE-F4837329D71E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" name="Google Shape;290;p21">
                  <a:extLst>
                    <a:ext uri="{FF2B5EF4-FFF2-40B4-BE49-F238E27FC236}">
                      <a16:creationId xmlns:a16="http://schemas.microsoft.com/office/drawing/2014/main" id="{E8DE1A47-70FB-7BCA-E685-7F97C57536E8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291;p21">
                  <a:extLst>
                    <a:ext uri="{FF2B5EF4-FFF2-40B4-BE49-F238E27FC236}">
                      <a16:creationId xmlns:a16="http://schemas.microsoft.com/office/drawing/2014/main" id="{41074C8D-521A-C90D-E152-29204A610ADE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74" name="Google Shape;292;p21">
                <a:extLst>
                  <a:ext uri="{FF2B5EF4-FFF2-40B4-BE49-F238E27FC236}">
                    <a16:creationId xmlns:a16="http://schemas.microsoft.com/office/drawing/2014/main" id="{C031D30F-F906-38BD-39BC-D1BDE909B02E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375" name="Google Shape;293;p21">
                  <a:extLst>
                    <a:ext uri="{FF2B5EF4-FFF2-40B4-BE49-F238E27FC236}">
                      <a16:creationId xmlns:a16="http://schemas.microsoft.com/office/drawing/2014/main" id="{D336B222-261C-1192-E1E0-0F9307D77F18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294;p21">
                  <a:extLst>
                    <a:ext uri="{FF2B5EF4-FFF2-40B4-BE49-F238E27FC236}">
                      <a16:creationId xmlns:a16="http://schemas.microsoft.com/office/drawing/2014/main" id="{F949153C-598C-8FCE-51D2-44A11AFBB718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61" name="Google Shape;295;p21">
              <a:extLst>
                <a:ext uri="{FF2B5EF4-FFF2-40B4-BE49-F238E27FC236}">
                  <a16:creationId xmlns:a16="http://schemas.microsoft.com/office/drawing/2014/main" id="{C5CCCB81-267D-E489-997B-C5C65694AEF5}"/>
                </a:ext>
              </a:extLst>
            </p:cNvPr>
            <p:cNvGrpSpPr/>
            <p:nvPr/>
          </p:nvGrpSpPr>
          <p:grpSpPr>
            <a:xfrm>
              <a:off x="608609" y="2370079"/>
              <a:ext cx="458224" cy="227991"/>
              <a:chOff x="5668659" y="1713442"/>
              <a:chExt cx="458224" cy="227991"/>
            </a:xfrm>
          </p:grpSpPr>
          <p:grpSp>
            <p:nvGrpSpPr>
              <p:cNvPr id="362" name="Google Shape;296;p21">
                <a:extLst>
                  <a:ext uri="{FF2B5EF4-FFF2-40B4-BE49-F238E27FC236}">
                    <a16:creationId xmlns:a16="http://schemas.microsoft.com/office/drawing/2014/main" id="{6F4453B7-9DC7-E2EE-93CB-F13B84099279}"/>
                  </a:ext>
                </a:extLst>
              </p:cNvPr>
              <p:cNvGrpSpPr/>
              <p:nvPr/>
            </p:nvGrpSpPr>
            <p:grpSpPr>
              <a:xfrm>
                <a:off x="5802485" y="1713507"/>
                <a:ext cx="188679" cy="227926"/>
                <a:chOff x="5802485" y="1713507"/>
                <a:chExt cx="188679" cy="227926"/>
              </a:xfrm>
            </p:grpSpPr>
            <p:sp>
              <p:nvSpPr>
                <p:cNvPr id="370" name="Google Shape;297;p21">
                  <a:extLst>
                    <a:ext uri="{FF2B5EF4-FFF2-40B4-BE49-F238E27FC236}">
                      <a16:creationId xmlns:a16="http://schemas.microsoft.com/office/drawing/2014/main" id="{EC24E488-FAE7-7F5A-C4B9-3014B5276F1A}"/>
                    </a:ext>
                  </a:extLst>
                </p:cNvPr>
                <p:cNvSpPr/>
                <p:nvPr/>
              </p:nvSpPr>
              <p:spPr>
                <a:xfrm>
                  <a:off x="5802485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298;p21">
                  <a:extLst>
                    <a:ext uri="{FF2B5EF4-FFF2-40B4-BE49-F238E27FC236}">
                      <a16:creationId xmlns:a16="http://schemas.microsoft.com/office/drawing/2014/main" id="{216E86D6-AFF4-0407-E338-9A78B9924647}"/>
                    </a:ext>
                  </a:extLst>
                </p:cNvPr>
                <p:cNvSpPr/>
                <p:nvPr/>
              </p:nvSpPr>
              <p:spPr>
                <a:xfrm>
                  <a:off x="5806065" y="1713507"/>
                  <a:ext cx="185100" cy="55200"/>
                </a:xfrm>
                <a:prstGeom prst="parallelogram">
                  <a:avLst>
                    <a:gd name="adj" fmla="val 99657"/>
                  </a:avLst>
                </a:prstGeom>
                <a:gradFill>
                  <a:gsLst>
                    <a:gs pos="0">
                      <a:srgbClr val="DBD4EB"/>
                    </a:gs>
                    <a:gs pos="100000">
                      <a:srgbClr val="9180BB"/>
                    </a:gs>
                  </a:gsLst>
                  <a:lin ang="1619866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3" name="Google Shape;299;p21">
                <a:extLst>
                  <a:ext uri="{FF2B5EF4-FFF2-40B4-BE49-F238E27FC236}">
                    <a16:creationId xmlns:a16="http://schemas.microsoft.com/office/drawing/2014/main" id="{EDFA5788-CD68-B8E6-931F-540CE14CE374}"/>
                  </a:ext>
                </a:extLst>
              </p:cNvPr>
              <p:cNvGrpSpPr/>
              <p:nvPr/>
            </p:nvGrpSpPr>
            <p:grpSpPr>
              <a:xfrm>
                <a:off x="5936312" y="1713442"/>
                <a:ext cx="190570" cy="227991"/>
                <a:chOff x="5936312" y="1713442"/>
                <a:chExt cx="190570" cy="227991"/>
              </a:xfrm>
            </p:grpSpPr>
            <p:sp>
              <p:nvSpPr>
                <p:cNvPr id="367" name="Google Shape;300;p21">
                  <a:extLst>
                    <a:ext uri="{FF2B5EF4-FFF2-40B4-BE49-F238E27FC236}">
                      <a16:creationId xmlns:a16="http://schemas.microsoft.com/office/drawing/2014/main" id="{CFB984B7-1DA3-F941-4FF1-E5763EF6FEDC}"/>
                    </a:ext>
                  </a:extLst>
                </p:cNvPr>
                <p:cNvSpPr/>
                <p:nvPr/>
              </p:nvSpPr>
              <p:spPr>
                <a:xfrm>
                  <a:off x="5936312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" name="Google Shape;301;p21">
                  <a:extLst>
                    <a:ext uri="{FF2B5EF4-FFF2-40B4-BE49-F238E27FC236}">
                      <a16:creationId xmlns:a16="http://schemas.microsoft.com/office/drawing/2014/main" id="{1173C14B-302B-CAB7-74DF-1D19A761C06C}"/>
                    </a:ext>
                  </a:extLst>
                </p:cNvPr>
                <p:cNvSpPr/>
                <p:nvPr/>
              </p:nvSpPr>
              <p:spPr>
                <a:xfrm>
                  <a:off x="5939251" y="1713442"/>
                  <a:ext cx="185100" cy="55200"/>
                </a:xfrm>
                <a:prstGeom prst="parallelogram">
                  <a:avLst>
                    <a:gd name="adj" fmla="val 91890"/>
                  </a:avLst>
                </a:pr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" name="Google Shape;302;p21">
                  <a:extLst>
                    <a:ext uri="{FF2B5EF4-FFF2-40B4-BE49-F238E27FC236}">
                      <a16:creationId xmlns:a16="http://schemas.microsoft.com/office/drawing/2014/main" id="{85533621-9DC4-8145-8E42-738ACFD8A6EC}"/>
                    </a:ext>
                  </a:extLst>
                </p:cNvPr>
                <p:cNvSpPr/>
                <p:nvPr/>
              </p:nvSpPr>
              <p:spPr>
                <a:xfrm>
                  <a:off x="6072171" y="1714983"/>
                  <a:ext cx="54712" cy="221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1" h="12382" extrusionOk="0">
                      <a:moveTo>
                        <a:pt x="0" y="3453"/>
                      </a:moveTo>
                      <a:lnTo>
                        <a:pt x="3501" y="0"/>
                      </a:lnTo>
                      <a:lnTo>
                        <a:pt x="3501" y="9001"/>
                      </a:lnTo>
                      <a:lnTo>
                        <a:pt x="167" y="123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DBA"/>
                    </a:gs>
                    <a:gs pos="100000">
                      <a:srgbClr val="DE87F1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64" name="Google Shape;303;p21">
                <a:extLst>
                  <a:ext uri="{FF2B5EF4-FFF2-40B4-BE49-F238E27FC236}">
                    <a16:creationId xmlns:a16="http://schemas.microsoft.com/office/drawing/2014/main" id="{FBC698E0-AE4D-A9E7-AAAA-B2EF97FE9696}"/>
                  </a:ext>
                </a:extLst>
              </p:cNvPr>
              <p:cNvGrpSpPr/>
              <p:nvPr/>
            </p:nvGrpSpPr>
            <p:grpSpPr>
              <a:xfrm>
                <a:off x="5668659" y="1714000"/>
                <a:ext cx="193488" cy="227433"/>
                <a:chOff x="5668659" y="1714000"/>
                <a:chExt cx="193488" cy="227433"/>
              </a:xfrm>
            </p:grpSpPr>
            <p:sp>
              <p:nvSpPr>
                <p:cNvPr id="365" name="Google Shape;304;p21">
                  <a:extLst>
                    <a:ext uri="{FF2B5EF4-FFF2-40B4-BE49-F238E27FC236}">
                      <a16:creationId xmlns:a16="http://schemas.microsoft.com/office/drawing/2014/main" id="{613613D9-1C89-3909-9486-0D119EA412DD}"/>
                    </a:ext>
                  </a:extLst>
                </p:cNvPr>
                <p:cNvSpPr/>
                <p:nvPr/>
              </p:nvSpPr>
              <p:spPr>
                <a:xfrm>
                  <a:off x="5673447" y="1714000"/>
                  <a:ext cx="188700" cy="55200"/>
                </a:xfrm>
                <a:prstGeom prst="parallelogram">
                  <a:avLst>
                    <a:gd name="adj" fmla="val 94805"/>
                  </a:avLst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" name="Google Shape;305;p21">
                  <a:extLst>
                    <a:ext uri="{FF2B5EF4-FFF2-40B4-BE49-F238E27FC236}">
                      <a16:creationId xmlns:a16="http://schemas.microsoft.com/office/drawing/2014/main" id="{E01A9A32-E024-939C-6D19-F4E3920E0DED}"/>
                    </a:ext>
                  </a:extLst>
                </p:cNvPr>
                <p:cNvSpPr/>
                <p:nvPr/>
              </p:nvSpPr>
              <p:spPr>
                <a:xfrm>
                  <a:off x="5668659" y="1775533"/>
                  <a:ext cx="133800" cy="165900"/>
                </a:xfrm>
                <a:prstGeom prst="rect">
                  <a:avLst/>
                </a:prstGeom>
                <a:gradFill>
                  <a:gsLst>
                    <a:gs pos="0">
                      <a:srgbClr val="D8EDBA"/>
                    </a:gs>
                    <a:gs pos="100000">
                      <a:srgbClr val="FE9696"/>
                    </a:gs>
                  </a:gsLst>
                  <a:lin ang="13500032" scaled="0"/>
                </a:gradFill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92" name="文本框 391">
            <a:extLst>
              <a:ext uri="{FF2B5EF4-FFF2-40B4-BE49-F238E27FC236}">
                <a16:creationId xmlns:a16="http://schemas.microsoft.com/office/drawing/2014/main" id="{4A4365B4-E076-747A-E4C4-38DF643A532B}"/>
              </a:ext>
            </a:extLst>
          </p:cNvPr>
          <p:cNvSpPr txBox="1"/>
          <p:nvPr/>
        </p:nvSpPr>
        <p:spPr>
          <a:xfrm>
            <a:off x="7556500" y="4579187"/>
            <a:ext cx="990600" cy="80022"/>
          </a:xfrm>
          <a:prstGeom prst="rect">
            <a:avLst/>
          </a:prstGeom>
          <a:noFill/>
        </p:spPr>
        <p:txBody>
          <a:bodyPr vert="horz" lIns="12700" tIns="0" rIns="12700" bIns="0" rtlCol="0" anchor="ctr">
            <a:spAutoFit/>
          </a:bodyPr>
          <a:lstStyle/>
          <a:p>
            <a:pPr algn="ctr"/>
            <a:r>
              <a:rPr lang="en-US" altLang="zh-CN" sz="520">
                <a:solidFill>
                  <a:srgbClr val="5B6976"/>
                </a:solidFill>
                <a:latin typeface="Arial" panose="020B0604020202020204" pitchFamily="34" charset="0"/>
              </a:rPr>
              <a:t>slide 8 output block</a:t>
            </a:r>
            <a:endParaRPr lang="zh-CN" altLang="en-US" sz="520">
              <a:solidFill>
                <a:srgbClr val="5B69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12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自定义</PresentationFormat>
  <Paragraphs>43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zixuan Liu</dc:creator>
  <cp:lastModifiedBy>zixuan Liu</cp:lastModifiedBy>
  <cp:revision>1</cp:revision>
  <dcterms:created xsi:type="dcterms:W3CDTF">2026-08-08T21:49:25Z</dcterms:created>
  <dcterms:modified xsi:type="dcterms:W3CDTF">2026-08-08T21:49:28Z</dcterms:modified>
</cp:coreProperties>
</file>